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719"/>
  </p:normalViewPr>
  <p:slideViewPr>
    <p:cSldViewPr snapToGrid="0">
      <p:cViewPr>
        <p:scale>
          <a:sx n="166" d="100"/>
          <a:sy n="166" d="100"/>
        </p:scale>
        <p:origin x="-448" y="-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BFA51-BFDB-9F85-A335-D980E6103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619BC9-DD80-60FB-E116-EA4C5549A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A1105-F9B3-C20F-1402-563A53A8C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F198-92FD-D243-B151-9BEAF930BFF9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1117C-3646-19DB-D354-1A254A8CE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7766E-1B5C-ADA6-065A-FF0540352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AA-8170-FC4A-86FA-F97DFDC5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9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3921B-7C34-D620-CB25-E0641C043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A4A67-976E-86AB-9721-020DA73EC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99CC6-CA30-3566-12F7-33F1B560E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F198-92FD-D243-B151-9BEAF930BFF9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C1827-86D9-E171-6CAE-E5FF5798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398E9-753D-47E7-B597-9AC585785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AA-8170-FC4A-86FA-F97DFDC5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4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6E6B1-C25C-71E8-A75A-2AFB62789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FE067-09B3-07E7-D03A-52C1C756B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0A95F-762A-087E-1969-EB143E386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F198-92FD-D243-B151-9BEAF930BFF9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3A986-11F5-138D-DE3D-11D5B31D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D1AD0-7530-16C8-4EE8-00AFCAB71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AA-8170-FC4A-86FA-F97DFDC5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62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DB98E-FE1F-014E-9993-A09A9347A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D3E2F-4858-BB72-76E6-F8FC688872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A330C-A0D2-CAA5-690A-B10D20CE9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E1028-5C9D-0C39-34BF-1C1086B4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F198-92FD-D243-B151-9BEAF930BFF9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D2CBA-28B6-5ED2-DA82-88DEBFC8B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8CA39-5EA0-DACA-66C5-0E99F93C5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AA-8170-FC4A-86FA-F97DFDC5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708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7D0EA-0135-217B-BFA6-0F74DDD9A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BCDFB-7557-3DA0-FBD4-CDDD73EEF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8C68CE-40CA-97CA-9DB3-B726B8D6C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DD945F-2B1D-975E-8639-22B2078A7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56E25F-39B6-4F16-C3F6-05855E36CF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9C0110-2303-709E-93F6-D2EA1D54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F198-92FD-D243-B151-9BEAF930BFF9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F22355-C322-AE6F-D364-7C4D3C183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FF4627-0F7A-2E6C-075B-F39D7CC54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AA-8170-FC4A-86FA-F97DFDC5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81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9903F-A738-5E5B-35F0-FBDF7F2CE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04C170-ACE2-2D31-0AEE-C0EEF9023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F198-92FD-D243-B151-9BEAF930BFF9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9DCE8F-6CAA-46CA-168F-D6426FE4F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E70C0-3F66-165A-3DA1-B8460E4C8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AA-8170-FC4A-86FA-F97DFDC5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38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036B68-A74B-9AD6-3DDD-30FBEF53D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F198-92FD-D243-B151-9BEAF930BFF9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9F3503-45EA-F8AB-05A7-C666EC0AF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368AC-93C2-6F3D-60F6-B4A957893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AA-8170-FC4A-86FA-F97DFDC5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08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1260D-36DE-63EC-E607-EFFE72C1F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4A884-0E32-0544-B517-63FB35A86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0A82C-911B-B281-C46E-E9F5D170B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C88892-7F49-0A48-2EBC-805A815B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F198-92FD-D243-B151-9BEAF930BFF9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DE35E-719D-72D4-5816-53359837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A6D9B-0CAA-5A05-DBD3-7DB7E271E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AA-8170-FC4A-86FA-F97DFDC5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05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D545D-68A8-A12E-A5CD-8B3D448C6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105FB8-4502-C5B9-483C-FB60C5D011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BF08FE-53C5-F0C7-2E11-53216D2EC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C051F-40B2-A97A-F1ED-32F3C7B3C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F198-92FD-D243-B151-9BEAF930BFF9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BFFC0-286E-6DBB-F97A-86F9511F5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D5B50-22AD-D1EE-00F7-36E79811D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AA-8170-FC4A-86FA-F97DFDC5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87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B6285-2B49-99D4-482F-C75739D05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500BD-B95D-7A37-72FE-7DC69A8AD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D8105-F3C1-75A4-5130-29C1960C1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F198-92FD-D243-B151-9BEAF930BFF9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E6FA9-038B-5069-9105-E0024377A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C51B6-571F-4E3F-8C88-4F4E00D44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AA-8170-FC4A-86FA-F97DFDC5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24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3F0AEF-6EFE-1096-86A4-45D3BC2D44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8CA2D-F364-BF68-1478-BBF92BF6A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40AE0-C0B7-0CDB-05FC-CB5B325BB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F198-92FD-D243-B151-9BEAF930BFF9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04704-C52B-6BDF-99E4-4E31EA300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3167A-4826-4D34-FAF9-95F0232B6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AA-8170-FC4A-86FA-F97DFDC5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80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43486-F696-15B3-1F50-BEA44BD8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CC5FF-0FD1-8E74-49D4-706415F8B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521B8-4361-BF7F-D311-E7A682BDF4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07F198-92FD-D243-B151-9BEAF930BFF9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B7DDB-6691-6D71-4BD3-C44F199EC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18B4E-C5B0-59AF-EA65-4DC42AAF4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004AA-8170-FC4A-86FA-F97DFDC55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09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amera 3">
            <a:extLst>
              <a:ext uri="{FF2B5EF4-FFF2-40B4-BE49-F238E27FC236}">
                <a16:creationId xmlns:a16="http://schemas.microsoft.com/office/drawing/2014/main" id="{C24D1C50-0634-2F7B-B40A-C0B880E06D1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grpSp>
        <p:nvGrpSpPr>
          <p:cNvPr id="635" name="Group 634">
            <a:extLst>
              <a:ext uri="{FF2B5EF4-FFF2-40B4-BE49-F238E27FC236}">
                <a16:creationId xmlns:a16="http://schemas.microsoft.com/office/drawing/2014/main" id="{0A258E03-7931-591E-8D00-1F2694FC4F8A}"/>
              </a:ext>
            </a:extLst>
          </p:cNvPr>
          <p:cNvGrpSpPr/>
          <p:nvPr/>
        </p:nvGrpSpPr>
        <p:grpSpPr>
          <a:xfrm>
            <a:off x="1655456" y="629845"/>
            <a:ext cx="8098558" cy="4253688"/>
            <a:chOff x="1655456" y="629845"/>
            <a:chExt cx="8098558" cy="4253688"/>
          </a:xfrm>
        </p:grpSpPr>
        <p:grpSp>
          <p:nvGrpSpPr>
            <p:cNvPr id="634" name="Group 633">
              <a:extLst>
                <a:ext uri="{FF2B5EF4-FFF2-40B4-BE49-F238E27FC236}">
                  <a16:creationId xmlns:a16="http://schemas.microsoft.com/office/drawing/2014/main" id="{86AF5EF2-2328-A524-0D7F-9175888A978F}"/>
                </a:ext>
              </a:extLst>
            </p:cNvPr>
            <p:cNvGrpSpPr/>
            <p:nvPr/>
          </p:nvGrpSpPr>
          <p:grpSpPr>
            <a:xfrm>
              <a:off x="2326287" y="1115531"/>
              <a:ext cx="1416519" cy="1284820"/>
              <a:chOff x="2326287" y="1115531"/>
              <a:chExt cx="1416519" cy="128482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90F0A9E-44B5-42C0-CCC2-D24FDE2803C8}"/>
                  </a:ext>
                </a:extLst>
              </p:cNvPr>
              <p:cNvSpPr/>
              <p:nvPr/>
            </p:nvSpPr>
            <p:spPr>
              <a:xfrm>
                <a:off x="2326287" y="1115531"/>
                <a:ext cx="1416519" cy="1284820"/>
              </a:xfrm>
              <a:prstGeom prst="rect">
                <a:avLst/>
              </a:prstGeom>
              <a:solidFill>
                <a:srgbClr val="FFFFFF"/>
              </a:solidFill>
              <a:ln w="11551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F26C3AED-B6E3-4E8E-A508-F61296E5A9BF}"/>
                  </a:ext>
                </a:extLst>
              </p:cNvPr>
              <p:cNvSpPr/>
              <p:nvPr/>
            </p:nvSpPr>
            <p:spPr>
              <a:xfrm>
                <a:off x="2326287" y="2154333"/>
                <a:ext cx="1416519" cy="10795"/>
              </a:xfrm>
              <a:custGeom>
                <a:avLst/>
                <a:gdLst>
                  <a:gd name="csX0" fmla="*/ 0 w 1416519"/>
                  <a:gd name="csY0" fmla="*/ 0 h 10795"/>
                  <a:gd name="csX1" fmla="*/ 1416520 w 1416519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19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50D91CF5-EA24-D2F7-3E73-CB403FCAD842}"/>
                  </a:ext>
                </a:extLst>
              </p:cNvPr>
              <p:cNvSpPr/>
              <p:nvPr/>
            </p:nvSpPr>
            <p:spPr>
              <a:xfrm>
                <a:off x="2326287" y="1779099"/>
                <a:ext cx="1416519" cy="10795"/>
              </a:xfrm>
              <a:custGeom>
                <a:avLst/>
                <a:gdLst>
                  <a:gd name="csX0" fmla="*/ 0 w 1416519"/>
                  <a:gd name="csY0" fmla="*/ 0 h 10795"/>
                  <a:gd name="csX1" fmla="*/ 1416520 w 1416519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19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F01F12CF-B326-8A9F-B9DB-2E05B0992550}"/>
                  </a:ext>
                </a:extLst>
              </p:cNvPr>
              <p:cNvSpPr/>
              <p:nvPr/>
            </p:nvSpPr>
            <p:spPr>
              <a:xfrm>
                <a:off x="2326287" y="1403865"/>
                <a:ext cx="1416519" cy="10795"/>
              </a:xfrm>
              <a:custGeom>
                <a:avLst/>
                <a:gdLst>
                  <a:gd name="csX0" fmla="*/ 0 w 1416519"/>
                  <a:gd name="csY0" fmla="*/ 0 h 10795"/>
                  <a:gd name="csX1" fmla="*/ 1416520 w 1416519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19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3EE114A4-F877-2FA1-E143-5EE2F0912704}"/>
                  </a:ext>
                </a:extLst>
              </p:cNvPr>
              <p:cNvSpPr/>
              <p:nvPr/>
            </p:nvSpPr>
            <p:spPr>
              <a:xfrm>
                <a:off x="2390625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0B1906C6-84D8-F0C7-5770-28FECBB7F980}"/>
                  </a:ext>
                </a:extLst>
              </p:cNvPr>
              <p:cNvSpPr/>
              <p:nvPr/>
            </p:nvSpPr>
            <p:spPr>
              <a:xfrm>
                <a:off x="2676801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AC909A1B-A2ED-133E-CBE4-62D8CDFC7EDB}"/>
                  </a:ext>
                </a:extLst>
              </p:cNvPr>
              <p:cNvSpPr/>
              <p:nvPr/>
            </p:nvSpPr>
            <p:spPr>
              <a:xfrm>
                <a:off x="2962976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A54929B0-AB23-3F6C-E038-744CD526E11B}"/>
                  </a:ext>
                </a:extLst>
              </p:cNvPr>
              <p:cNvSpPr/>
              <p:nvPr/>
            </p:nvSpPr>
            <p:spPr>
              <a:xfrm>
                <a:off x="3249152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BB2749B-3174-EA2A-8A27-683F183D0E27}"/>
                  </a:ext>
                </a:extLst>
              </p:cNvPr>
              <p:cNvSpPr/>
              <p:nvPr/>
            </p:nvSpPr>
            <p:spPr>
              <a:xfrm>
                <a:off x="3535327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FD23AFFD-F4CD-7BF2-E063-BE31274E90C6}"/>
                  </a:ext>
                </a:extLst>
              </p:cNvPr>
              <p:cNvSpPr/>
              <p:nvPr/>
            </p:nvSpPr>
            <p:spPr>
              <a:xfrm>
                <a:off x="2326287" y="2341951"/>
                <a:ext cx="1416519" cy="10795"/>
              </a:xfrm>
              <a:custGeom>
                <a:avLst/>
                <a:gdLst>
                  <a:gd name="csX0" fmla="*/ 0 w 1416519"/>
                  <a:gd name="csY0" fmla="*/ 0 h 10795"/>
                  <a:gd name="csX1" fmla="*/ 1416520 w 1416519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19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A42746E1-AFD7-FFF2-424F-E3A4E17C6D07}"/>
                  </a:ext>
                </a:extLst>
              </p:cNvPr>
              <p:cNvSpPr/>
              <p:nvPr/>
            </p:nvSpPr>
            <p:spPr>
              <a:xfrm>
                <a:off x="2326287" y="1966716"/>
                <a:ext cx="1416519" cy="10795"/>
              </a:xfrm>
              <a:custGeom>
                <a:avLst/>
                <a:gdLst>
                  <a:gd name="csX0" fmla="*/ 0 w 1416519"/>
                  <a:gd name="csY0" fmla="*/ 0 h 10795"/>
                  <a:gd name="csX1" fmla="*/ 1416520 w 1416519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19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0E578538-288C-580A-3D92-80FCB7CB7774}"/>
                  </a:ext>
                </a:extLst>
              </p:cNvPr>
              <p:cNvSpPr/>
              <p:nvPr/>
            </p:nvSpPr>
            <p:spPr>
              <a:xfrm>
                <a:off x="2326287" y="1591482"/>
                <a:ext cx="1416519" cy="10795"/>
              </a:xfrm>
              <a:custGeom>
                <a:avLst/>
                <a:gdLst>
                  <a:gd name="csX0" fmla="*/ 0 w 1416519"/>
                  <a:gd name="csY0" fmla="*/ 0 h 10795"/>
                  <a:gd name="csX1" fmla="*/ 1416520 w 1416519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19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23C41830-EFCA-6B00-3849-F57CA078A218}"/>
                  </a:ext>
                </a:extLst>
              </p:cNvPr>
              <p:cNvSpPr/>
              <p:nvPr/>
            </p:nvSpPr>
            <p:spPr>
              <a:xfrm>
                <a:off x="2326287" y="1216248"/>
                <a:ext cx="1416519" cy="10795"/>
              </a:xfrm>
              <a:custGeom>
                <a:avLst/>
                <a:gdLst>
                  <a:gd name="csX0" fmla="*/ 0 w 1416519"/>
                  <a:gd name="csY0" fmla="*/ 0 h 10795"/>
                  <a:gd name="csX1" fmla="*/ 1416520 w 1416519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19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A93C74F9-8726-9943-418A-C2A79DA2F119}"/>
                  </a:ext>
                </a:extLst>
              </p:cNvPr>
              <p:cNvSpPr/>
              <p:nvPr/>
            </p:nvSpPr>
            <p:spPr>
              <a:xfrm>
                <a:off x="2533767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19223C07-73ED-B7BC-205F-6459D4471A81}"/>
                  </a:ext>
                </a:extLst>
              </p:cNvPr>
              <p:cNvSpPr/>
              <p:nvPr/>
            </p:nvSpPr>
            <p:spPr>
              <a:xfrm>
                <a:off x="2819942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64BF24E0-2874-19A0-81AB-7357FAC12167}"/>
                  </a:ext>
                </a:extLst>
              </p:cNvPr>
              <p:cNvSpPr/>
              <p:nvPr/>
            </p:nvSpPr>
            <p:spPr>
              <a:xfrm>
                <a:off x="3106118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A832FF6A-491D-B20E-BD3F-89F7425147C8}"/>
                  </a:ext>
                </a:extLst>
              </p:cNvPr>
              <p:cNvSpPr/>
              <p:nvPr/>
            </p:nvSpPr>
            <p:spPr>
              <a:xfrm>
                <a:off x="3392293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77DADB33-0620-A599-19E4-05F9E5131200}"/>
                  </a:ext>
                </a:extLst>
              </p:cNvPr>
              <p:cNvSpPr/>
              <p:nvPr/>
            </p:nvSpPr>
            <p:spPr>
              <a:xfrm>
                <a:off x="3678361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BD3C7644-BD22-BBBF-9C2F-84E2272B5B7C}"/>
                  </a:ext>
                </a:extLst>
              </p:cNvPr>
              <p:cNvSpPr/>
              <p:nvPr/>
            </p:nvSpPr>
            <p:spPr>
              <a:xfrm>
                <a:off x="2390625" y="1788059"/>
                <a:ext cx="1287735" cy="553891"/>
              </a:xfrm>
              <a:custGeom>
                <a:avLst/>
                <a:gdLst>
                  <a:gd name="csX0" fmla="*/ 0 w 1287735"/>
                  <a:gd name="csY0" fmla="*/ 553891 h 553891"/>
                  <a:gd name="csX1" fmla="*/ 143142 w 1287735"/>
                  <a:gd name="csY1" fmla="*/ 553891 h 553891"/>
                  <a:gd name="csX2" fmla="*/ 286175 w 1287735"/>
                  <a:gd name="csY2" fmla="*/ 534568 h 553891"/>
                  <a:gd name="csX3" fmla="*/ 429317 w 1287735"/>
                  <a:gd name="csY3" fmla="*/ 521830 h 553891"/>
                  <a:gd name="csX4" fmla="*/ 572351 w 1287735"/>
                  <a:gd name="csY4" fmla="*/ 399955 h 553891"/>
                  <a:gd name="csX5" fmla="*/ 715493 w 1287735"/>
                  <a:gd name="csY5" fmla="*/ 409670 h 553891"/>
                  <a:gd name="csX6" fmla="*/ 858526 w 1287735"/>
                  <a:gd name="csY6" fmla="*/ 316185 h 553891"/>
                  <a:gd name="csX7" fmla="*/ 1001668 w 1287735"/>
                  <a:gd name="csY7" fmla="*/ 183731 h 553891"/>
                  <a:gd name="csX8" fmla="*/ 1144702 w 1287735"/>
                  <a:gd name="csY8" fmla="*/ 0 h 553891"/>
                  <a:gd name="csX9" fmla="*/ 1287736 w 1287735"/>
                  <a:gd name="csY9" fmla="*/ 131267 h 5538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87735" h="553891">
                    <a:moveTo>
                      <a:pt x="0" y="553891"/>
                    </a:moveTo>
                    <a:lnTo>
                      <a:pt x="143142" y="553891"/>
                    </a:lnTo>
                    <a:lnTo>
                      <a:pt x="286175" y="534568"/>
                    </a:lnTo>
                    <a:lnTo>
                      <a:pt x="429317" y="521830"/>
                    </a:lnTo>
                    <a:lnTo>
                      <a:pt x="572351" y="399955"/>
                    </a:lnTo>
                    <a:lnTo>
                      <a:pt x="715493" y="409670"/>
                    </a:lnTo>
                    <a:lnTo>
                      <a:pt x="858526" y="316185"/>
                    </a:lnTo>
                    <a:lnTo>
                      <a:pt x="1001668" y="183731"/>
                    </a:lnTo>
                    <a:lnTo>
                      <a:pt x="1144702" y="0"/>
                    </a:lnTo>
                    <a:lnTo>
                      <a:pt x="1287736" y="131267"/>
                    </a:lnTo>
                  </a:path>
                </a:pathLst>
              </a:custGeom>
              <a:noFill/>
              <a:ln w="22993" cap="flat">
                <a:solidFill>
                  <a:srgbClr val="FF0000"/>
                </a:solidFill>
                <a:custDash>
                  <a:ds d="853500" sp="8535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E46B1727-5FE9-5E0E-AD5A-2912534A0259}"/>
                  </a:ext>
                </a:extLst>
              </p:cNvPr>
              <p:cNvSpPr/>
              <p:nvPr/>
            </p:nvSpPr>
            <p:spPr>
              <a:xfrm>
                <a:off x="2390625" y="1572375"/>
                <a:ext cx="1287735" cy="298373"/>
              </a:xfrm>
              <a:custGeom>
                <a:avLst/>
                <a:gdLst>
                  <a:gd name="csX0" fmla="*/ 0 w 1287735"/>
                  <a:gd name="csY0" fmla="*/ 270847 h 298373"/>
                  <a:gd name="csX1" fmla="*/ 143142 w 1287735"/>
                  <a:gd name="csY1" fmla="*/ 298374 h 298373"/>
                  <a:gd name="csX2" fmla="*/ 286175 w 1287735"/>
                  <a:gd name="csY2" fmla="*/ 202082 h 298373"/>
                  <a:gd name="csX3" fmla="*/ 429317 w 1287735"/>
                  <a:gd name="csY3" fmla="*/ 232308 h 298373"/>
                  <a:gd name="csX4" fmla="*/ 572351 w 1287735"/>
                  <a:gd name="csY4" fmla="*/ 107194 h 298373"/>
                  <a:gd name="csX5" fmla="*/ 715493 w 1287735"/>
                  <a:gd name="csY5" fmla="*/ 127705 h 298373"/>
                  <a:gd name="csX6" fmla="*/ 858526 w 1287735"/>
                  <a:gd name="csY6" fmla="*/ 129216 h 298373"/>
                  <a:gd name="csX7" fmla="*/ 1001668 w 1287735"/>
                  <a:gd name="csY7" fmla="*/ 80747 h 298373"/>
                  <a:gd name="csX8" fmla="*/ 1144702 w 1287735"/>
                  <a:gd name="csY8" fmla="*/ 0 h 298373"/>
                  <a:gd name="csX9" fmla="*/ 1287736 w 1287735"/>
                  <a:gd name="csY9" fmla="*/ 72650 h 2983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87735" h="298373">
                    <a:moveTo>
                      <a:pt x="0" y="270847"/>
                    </a:moveTo>
                    <a:lnTo>
                      <a:pt x="143142" y="298374"/>
                    </a:lnTo>
                    <a:lnTo>
                      <a:pt x="286175" y="202082"/>
                    </a:lnTo>
                    <a:lnTo>
                      <a:pt x="429317" y="232308"/>
                    </a:lnTo>
                    <a:lnTo>
                      <a:pt x="572351" y="107194"/>
                    </a:lnTo>
                    <a:lnTo>
                      <a:pt x="715493" y="127705"/>
                    </a:lnTo>
                    <a:lnTo>
                      <a:pt x="858526" y="129216"/>
                    </a:lnTo>
                    <a:lnTo>
                      <a:pt x="1001668" y="80747"/>
                    </a:lnTo>
                    <a:lnTo>
                      <a:pt x="1144702" y="0"/>
                    </a:lnTo>
                    <a:lnTo>
                      <a:pt x="1287736" y="72650"/>
                    </a:lnTo>
                  </a:path>
                </a:pathLst>
              </a:custGeom>
              <a:noFill/>
              <a:ln w="22993" cap="flat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F678471-0E22-141C-1BCC-33478BD41A5C}"/>
                  </a:ext>
                </a:extLst>
              </p:cNvPr>
              <p:cNvSpPr/>
              <p:nvPr/>
            </p:nvSpPr>
            <p:spPr>
              <a:xfrm>
                <a:off x="2363746" y="1816342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CA0EC541-42DC-4DF8-9B66-6F4F5084804D}"/>
                  </a:ext>
                </a:extLst>
              </p:cNvPr>
              <p:cNvSpPr/>
              <p:nvPr/>
            </p:nvSpPr>
            <p:spPr>
              <a:xfrm>
                <a:off x="2363746" y="2315071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8BF3E8F-05B6-294F-ED41-952845AE58C4}"/>
                  </a:ext>
                </a:extLst>
              </p:cNvPr>
              <p:cNvSpPr/>
              <p:nvPr/>
            </p:nvSpPr>
            <p:spPr>
              <a:xfrm>
                <a:off x="2506887" y="1843869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80F45A29-5138-388C-316E-C9AB391924BF}"/>
                  </a:ext>
                </a:extLst>
              </p:cNvPr>
              <p:cNvSpPr/>
              <p:nvPr/>
            </p:nvSpPr>
            <p:spPr>
              <a:xfrm>
                <a:off x="2506887" y="2315071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FE0D0510-E418-7FFC-7130-43CCE4DB0C60}"/>
                  </a:ext>
                </a:extLst>
              </p:cNvPr>
              <p:cNvSpPr/>
              <p:nvPr/>
            </p:nvSpPr>
            <p:spPr>
              <a:xfrm>
                <a:off x="2649921" y="1747578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CC850629-4BCC-D2FD-9EFF-AD13B1F17B98}"/>
                  </a:ext>
                </a:extLst>
              </p:cNvPr>
              <p:cNvSpPr/>
              <p:nvPr/>
            </p:nvSpPr>
            <p:spPr>
              <a:xfrm>
                <a:off x="2649921" y="2295748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244C456-6C58-3443-46FB-5E476005188E}"/>
                  </a:ext>
                </a:extLst>
              </p:cNvPr>
              <p:cNvSpPr/>
              <p:nvPr/>
            </p:nvSpPr>
            <p:spPr>
              <a:xfrm>
                <a:off x="2793063" y="1777804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D9006811-AAFF-C027-DB83-902386D8FB75}"/>
                  </a:ext>
                </a:extLst>
              </p:cNvPr>
              <p:cNvSpPr/>
              <p:nvPr/>
            </p:nvSpPr>
            <p:spPr>
              <a:xfrm>
                <a:off x="2793063" y="2283010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2E68A13-6069-7789-60F5-90F606373D78}"/>
                  </a:ext>
                </a:extLst>
              </p:cNvPr>
              <p:cNvSpPr/>
              <p:nvPr/>
            </p:nvSpPr>
            <p:spPr>
              <a:xfrm>
                <a:off x="2936097" y="1652690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3880B898-B095-AAAE-2FC0-5EB7B06718DB}"/>
                  </a:ext>
                </a:extLst>
              </p:cNvPr>
              <p:cNvSpPr/>
              <p:nvPr/>
            </p:nvSpPr>
            <p:spPr>
              <a:xfrm>
                <a:off x="2936097" y="2161134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CAC8F677-B263-1837-FE0C-70C397BE30AC}"/>
                  </a:ext>
                </a:extLst>
              </p:cNvPr>
              <p:cNvSpPr/>
              <p:nvPr/>
            </p:nvSpPr>
            <p:spPr>
              <a:xfrm>
                <a:off x="3079238" y="1673200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A29E6B8B-2724-319C-110D-3BF4C9F15F60}"/>
                  </a:ext>
                </a:extLst>
              </p:cNvPr>
              <p:cNvSpPr/>
              <p:nvPr/>
            </p:nvSpPr>
            <p:spPr>
              <a:xfrm>
                <a:off x="3079238" y="2170850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D2321DEE-F4A7-8BE1-C344-A1E1541E81D9}"/>
                  </a:ext>
                </a:extLst>
              </p:cNvPr>
              <p:cNvSpPr/>
              <p:nvPr/>
            </p:nvSpPr>
            <p:spPr>
              <a:xfrm>
                <a:off x="3222272" y="1674712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8E863FBE-DA03-AF3B-C3B1-DDD6ACE4D9D7}"/>
                  </a:ext>
                </a:extLst>
              </p:cNvPr>
              <p:cNvSpPr/>
              <p:nvPr/>
            </p:nvSpPr>
            <p:spPr>
              <a:xfrm>
                <a:off x="3222272" y="2077365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B5AC749-C247-0377-BC1A-505F807BA9D9}"/>
                  </a:ext>
                </a:extLst>
              </p:cNvPr>
              <p:cNvSpPr/>
              <p:nvPr/>
            </p:nvSpPr>
            <p:spPr>
              <a:xfrm>
                <a:off x="3365414" y="1626242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71FB43F-5675-AED9-3BC0-82F5D902B8ED}"/>
                  </a:ext>
                </a:extLst>
              </p:cNvPr>
              <p:cNvSpPr/>
              <p:nvPr/>
            </p:nvSpPr>
            <p:spPr>
              <a:xfrm>
                <a:off x="3365414" y="1944911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DA1AE44-C8B8-56BD-82F0-E5BE01998B4E}"/>
                  </a:ext>
                </a:extLst>
              </p:cNvPr>
              <p:cNvSpPr/>
              <p:nvPr/>
            </p:nvSpPr>
            <p:spPr>
              <a:xfrm>
                <a:off x="3508448" y="1545496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F3B0D16-0EE2-C665-DDF4-4C07354E99FD}"/>
                  </a:ext>
                </a:extLst>
              </p:cNvPr>
              <p:cNvSpPr/>
              <p:nvPr/>
            </p:nvSpPr>
            <p:spPr>
              <a:xfrm>
                <a:off x="3508448" y="1761180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577AA5F-4304-C3E8-4D73-3BE022521834}"/>
                  </a:ext>
                </a:extLst>
              </p:cNvPr>
              <p:cNvSpPr/>
              <p:nvPr/>
            </p:nvSpPr>
            <p:spPr>
              <a:xfrm>
                <a:off x="3651481" y="1618146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F575CE7-78C5-76A3-8B21-B82B657C5DB7}"/>
                  </a:ext>
                </a:extLst>
              </p:cNvPr>
              <p:cNvSpPr/>
              <p:nvPr/>
            </p:nvSpPr>
            <p:spPr>
              <a:xfrm>
                <a:off x="3651481" y="1892447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3D5E1C44-9006-A09C-F5B4-5C0C7B79F1AF}"/>
                  </a:ext>
                </a:extLst>
              </p:cNvPr>
              <p:cNvSpPr/>
              <p:nvPr/>
            </p:nvSpPr>
            <p:spPr>
              <a:xfrm>
                <a:off x="2326287" y="1115531"/>
                <a:ext cx="1416519" cy="1284820"/>
              </a:xfrm>
              <a:prstGeom prst="rect">
                <a:avLst/>
              </a:prstGeom>
              <a:noFill/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33" name="Group 632">
              <a:extLst>
                <a:ext uri="{FF2B5EF4-FFF2-40B4-BE49-F238E27FC236}">
                  <a16:creationId xmlns:a16="http://schemas.microsoft.com/office/drawing/2014/main" id="{9F5BBE72-67BD-261F-A0E6-DAFDC6EBA8BE}"/>
                </a:ext>
              </a:extLst>
            </p:cNvPr>
            <p:cNvGrpSpPr/>
            <p:nvPr/>
          </p:nvGrpSpPr>
          <p:grpSpPr>
            <a:xfrm>
              <a:off x="3801964" y="1115531"/>
              <a:ext cx="1416519" cy="1284820"/>
              <a:chOff x="3801964" y="1115531"/>
              <a:chExt cx="1416519" cy="128482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9FB9E0CA-3515-507A-E2A4-68007F35C749}"/>
                  </a:ext>
                </a:extLst>
              </p:cNvPr>
              <p:cNvSpPr/>
              <p:nvPr/>
            </p:nvSpPr>
            <p:spPr>
              <a:xfrm>
                <a:off x="3801964" y="1115531"/>
                <a:ext cx="1416519" cy="1284820"/>
              </a:xfrm>
              <a:prstGeom prst="rect">
                <a:avLst/>
              </a:prstGeom>
              <a:solidFill>
                <a:srgbClr val="FFFFFF"/>
              </a:solidFill>
              <a:ln w="11551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F9F08476-FA08-1750-EA2A-C858FBE9DD17}"/>
                  </a:ext>
                </a:extLst>
              </p:cNvPr>
              <p:cNvSpPr/>
              <p:nvPr/>
            </p:nvSpPr>
            <p:spPr>
              <a:xfrm>
                <a:off x="3801964" y="2154333"/>
                <a:ext cx="1416519" cy="10795"/>
              </a:xfrm>
              <a:custGeom>
                <a:avLst/>
                <a:gdLst>
                  <a:gd name="csX0" fmla="*/ 0 w 1416519"/>
                  <a:gd name="csY0" fmla="*/ 0 h 10795"/>
                  <a:gd name="csX1" fmla="*/ 1416520 w 1416519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19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A69C1700-FEE5-829D-E856-C1A92F094C67}"/>
                  </a:ext>
                </a:extLst>
              </p:cNvPr>
              <p:cNvSpPr/>
              <p:nvPr/>
            </p:nvSpPr>
            <p:spPr>
              <a:xfrm>
                <a:off x="3801964" y="1779099"/>
                <a:ext cx="1416519" cy="10795"/>
              </a:xfrm>
              <a:custGeom>
                <a:avLst/>
                <a:gdLst>
                  <a:gd name="csX0" fmla="*/ 0 w 1416519"/>
                  <a:gd name="csY0" fmla="*/ 0 h 10795"/>
                  <a:gd name="csX1" fmla="*/ 1416520 w 1416519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19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F34F3E14-66A9-22B5-BCA7-D88C2EDEA55D}"/>
                  </a:ext>
                </a:extLst>
              </p:cNvPr>
              <p:cNvSpPr/>
              <p:nvPr/>
            </p:nvSpPr>
            <p:spPr>
              <a:xfrm>
                <a:off x="3801964" y="1403865"/>
                <a:ext cx="1416519" cy="10795"/>
              </a:xfrm>
              <a:custGeom>
                <a:avLst/>
                <a:gdLst>
                  <a:gd name="csX0" fmla="*/ 0 w 1416519"/>
                  <a:gd name="csY0" fmla="*/ 0 h 10795"/>
                  <a:gd name="csX1" fmla="*/ 1416520 w 1416519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19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D8152571-74BD-6576-2C08-2DBCB2DCB8B0}"/>
                  </a:ext>
                </a:extLst>
              </p:cNvPr>
              <p:cNvSpPr/>
              <p:nvPr/>
            </p:nvSpPr>
            <p:spPr>
              <a:xfrm>
                <a:off x="3866302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AB8A43F2-6FE5-781C-A82C-85854CD76170}"/>
                  </a:ext>
                </a:extLst>
              </p:cNvPr>
              <p:cNvSpPr/>
              <p:nvPr/>
            </p:nvSpPr>
            <p:spPr>
              <a:xfrm>
                <a:off x="4152477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B8E8D4E4-86B9-057C-EEB0-59E63064C74A}"/>
                  </a:ext>
                </a:extLst>
              </p:cNvPr>
              <p:cNvSpPr/>
              <p:nvPr/>
            </p:nvSpPr>
            <p:spPr>
              <a:xfrm>
                <a:off x="4438653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45A26C3F-BEED-6648-7C2E-C10D34BCCFBB}"/>
                  </a:ext>
                </a:extLst>
              </p:cNvPr>
              <p:cNvSpPr/>
              <p:nvPr/>
            </p:nvSpPr>
            <p:spPr>
              <a:xfrm>
                <a:off x="4724828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4B240557-53AA-0B36-26E0-9CEB1C7815F7}"/>
                  </a:ext>
                </a:extLst>
              </p:cNvPr>
              <p:cNvSpPr/>
              <p:nvPr/>
            </p:nvSpPr>
            <p:spPr>
              <a:xfrm>
                <a:off x="5011004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DB04964A-B33E-1F5C-E354-48BF75A4B151}"/>
                  </a:ext>
                </a:extLst>
              </p:cNvPr>
              <p:cNvSpPr/>
              <p:nvPr/>
            </p:nvSpPr>
            <p:spPr>
              <a:xfrm>
                <a:off x="3801964" y="2341951"/>
                <a:ext cx="1416519" cy="10795"/>
              </a:xfrm>
              <a:custGeom>
                <a:avLst/>
                <a:gdLst>
                  <a:gd name="csX0" fmla="*/ 0 w 1416519"/>
                  <a:gd name="csY0" fmla="*/ 0 h 10795"/>
                  <a:gd name="csX1" fmla="*/ 1416520 w 1416519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19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A9A56D09-1EEB-6BDE-4CA4-46C83570CFF8}"/>
                  </a:ext>
                </a:extLst>
              </p:cNvPr>
              <p:cNvSpPr/>
              <p:nvPr/>
            </p:nvSpPr>
            <p:spPr>
              <a:xfrm>
                <a:off x="3801964" y="1966716"/>
                <a:ext cx="1416519" cy="10795"/>
              </a:xfrm>
              <a:custGeom>
                <a:avLst/>
                <a:gdLst>
                  <a:gd name="csX0" fmla="*/ 0 w 1416519"/>
                  <a:gd name="csY0" fmla="*/ 0 h 10795"/>
                  <a:gd name="csX1" fmla="*/ 1416520 w 1416519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19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6C2CD91C-D71B-ED2C-0599-C860DCB0FDCD}"/>
                  </a:ext>
                </a:extLst>
              </p:cNvPr>
              <p:cNvSpPr/>
              <p:nvPr/>
            </p:nvSpPr>
            <p:spPr>
              <a:xfrm>
                <a:off x="3801964" y="1591482"/>
                <a:ext cx="1416519" cy="10795"/>
              </a:xfrm>
              <a:custGeom>
                <a:avLst/>
                <a:gdLst>
                  <a:gd name="csX0" fmla="*/ 0 w 1416519"/>
                  <a:gd name="csY0" fmla="*/ 0 h 10795"/>
                  <a:gd name="csX1" fmla="*/ 1416520 w 1416519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19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C7C57184-E06A-5A28-2DCA-BD404C92145A}"/>
                  </a:ext>
                </a:extLst>
              </p:cNvPr>
              <p:cNvSpPr/>
              <p:nvPr/>
            </p:nvSpPr>
            <p:spPr>
              <a:xfrm>
                <a:off x="3801964" y="1216248"/>
                <a:ext cx="1416519" cy="10795"/>
              </a:xfrm>
              <a:custGeom>
                <a:avLst/>
                <a:gdLst>
                  <a:gd name="csX0" fmla="*/ 0 w 1416519"/>
                  <a:gd name="csY0" fmla="*/ 0 h 10795"/>
                  <a:gd name="csX1" fmla="*/ 1416520 w 1416519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19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0AACC07F-C0C0-6A04-9FB2-43BFBD7A4D94}"/>
                  </a:ext>
                </a:extLst>
              </p:cNvPr>
              <p:cNvSpPr/>
              <p:nvPr/>
            </p:nvSpPr>
            <p:spPr>
              <a:xfrm>
                <a:off x="4009443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8ED39155-F85D-7EBD-7C5C-80E3512799DB}"/>
                  </a:ext>
                </a:extLst>
              </p:cNvPr>
              <p:cNvSpPr/>
              <p:nvPr/>
            </p:nvSpPr>
            <p:spPr>
              <a:xfrm>
                <a:off x="4295619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6C3E396C-5F42-442E-98EE-C595B2C08AC2}"/>
                  </a:ext>
                </a:extLst>
              </p:cNvPr>
              <p:cNvSpPr/>
              <p:nvPr/>
            </p:nvSpPr>
            <p:spPr>
              <a:xfrm>
                <a:off x="4581794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F73780B0-5D01-0390-6247-616DF38B8084}"/>
                  </a:ext>
                </a:extLst>
              </p:cNvPr>
              <p:cNvSpPr/>
              <p:nvPr/>
            </p:nvSpPr>
            <p:spPr>
              <a:xfrm>
                <a:off x="4867970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1B644EA7-C8D2-9642-FD62-90A820CB6B8E}"/>
                  </a:ext>
                </a:extLst>
              </p:cNvPr>
              <p:cNvSpPr/>
              <p:nvPr/>
            </p:nvSpPr>
            <p:spPr>
              <a:xfrm>
                <a:off x="5154145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8A19B4CA-55A7-455A-D36F-FCA2867C8462}"/>
                  </a:ext>
                </a:extLst>
              </p:cNvPr>
              <p:cNvSpPr/>
              <p:nvPr/>
            </p:nvSpPr>
            <p:spPr>
              <a:xfrm>
                <a:off x="3866302" y="1672661"/>
                <a:ext cx="1287843" cy="669290"/>
              </a:xfrm>
              <a:custGeom>
                <a:avLst/>
                <a:gdLst>
                  <a:gd name="csX0" fmla="*/ 0 w 1287843"/>
                  <a:gd name="csY0" fmla="*/ 669290 h 669290"/>
                  <a:gd name="csX1" fmla="*/ 143142 w 1287843"/>
                  <a:gd name="csY1" fmla="*/ 669290 h 669290"/>
                  <a:gd name="csX2" fmla="*/ 286176 w 1287843"/>
                  <a:gd name="csY2" fmla="*/ 638848 h 669290"/>
                  <a:gd name="csX3" fmla="*/ 429317 w 1287843"/>
                  <a:gd name="csY3" fmla="*/ 594265 h 669290"/>
                  <a:gd name="csX4" fmla="*/ 572351 w 1287843"/>
                  <a:gd name="csY4" fmla="*/ 541477 h 669290"/>
                  <a:gd name="csX5" fmla="*/ 715493 w 1287843"/>
                  <a:gd name="csY5" fmla="*/ 381387 h 669290"/>
                  <a:gd name="csX6" fmla="*/ 858526 w 1287843"/>
                  <a:gd name="csY6" fmla="*/ 155772 h 669290"/>
                  <a:gd name="csX7" fmla="*/ 1001668 w 1287843"/>
                  <a:gd name="csY7" fmla="*/ 99314 h 669290"/>
                  <a:gd name="csX8" fmla="*/ 1144702 w 1287843"/>
                  <a:gd name="csY8" fmla="*/ 33033 h 669290"/>
                  <a:gd name="csX9" fmla="*/ 1287844 w 1287843"/>
                  <a:gd name="csY9" fmla="*/ 0 h 6692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87843" h="669290">
                    <a:moveTo>
                      <a:pt x="0" y="669290"/>
                    </a:moveTo>
                    <a:lnTo>
                      <a:pt x="143142" y="669290"/>
                    </a:lnTo>
                    <a:lnTo>
                      <a:pt x="286176" y="638848"/>
                    </a:lnTo>
                    <a:lnTo>
                      <a:pt x="429317" y="594265"/>
                    </a:lnTo>
                    <a:lnTo>
                      <a:pt x="572351" y="541477"/>
                    </a:lnTo>
                    <a:lnTo>
                      <a:pt x="715493" y="381387"/>
                    </a:lnTo>
                    <a:lnTo>
                      <a:pt x="858526" y="155772"/>
                    </a:lnTo>
                    <a:lnTo>
                      <a:pt x="1001668" y="99314"/>
                    </a:lnTo>
                    <a:lnTo>
                      <a:pt x="1144702" y="33033"/>
                    </a:lnTo>
                    <a:lnTo>
                      <a:pt x="1287844" y="0"/>
                    </a:lnTo>
                  </a:path>
                </a:pathLst>
              </a:custGeom>
              <a:noFill/>
              <a:ln w="22993" cap="flat">
                <a:solidFill>
                  <a:srgbClr val="FF0000"/>
                </a:solidFill>
                <a:custDash>
                  <a:ds d="853500" sp="8535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F22E2B79-EE86-6268-681C-F8DC70219205}"/>
                  </a:ext>
                </a:extLst>
              </p:cNvPr>
              <p:cNvSpPr/>
              <p:nvPr/>
            </p:nvSpPr>
            <p:spPr>
              <a:xfrm>
                <a:off x="3866302" y="1404189"/>
                <a:ext cx="1287843" cy="348138"/>
              </a:xfrm>
              <a:custGeom>
                <a:avLst/>
                <a:gdLst>
                  <a:gd name="csX0" fmla="*/ 0 w 1287843"/>
                  <a:gd name="csY0" fmla="*/ 348139 h 348138"/>
                  <a:gd name="csX1" fmla="*/ 143142 w 1287843"/>
                  <a:gd name="csY1" fmla="*/ 236842 h 348138"/>
                  <a:gd name="csX2" fmla="*/ 286176 w 1287843"/>
                  <a:gd name="csY2" fmla="*/ 174771 h 348138"/>
                  <a:gd name="csX3" fmla="*/ 429317 w 1287843"/>
                  <a:gd name="csY3" fmla="*/ 96399 h 348138"/>
                  <a:gd name="csX4" fmla="*/ 572351 w 1287843"/>
                  <a:gd name="csY4" fmla="*/ 74593 h 348138"/>
                  <a:gd name="csX5" fmla="*/ 715493 w 1287843"/>
                  <a:gd name="csY5" fmla="*/ 0 h 348138"/>
                  <a:gd name="csX6" fmla="*/ 858526 w 1287843"/>
                  <a:gd name="csY6" fmla="*/ 14465 h 348138"/>
                  <a:gd name="csX7" fmla="*/ 1001668 w 1287843"/>
                  <a:gd name="csY7" fmla="*/ 5721 h 348138"/>
                  <a:gd name="csX8" fmla="*/ 1144702 w 1287843"/>
                  <a:gd name="csY8" fmla="*/ 61639 h 348138"/>
                  <a:gd name="csX9" fmla="*/ 1287844 w 1287843"/>
                  <a:gd name="csY9" fmla="*/ 5613 h 3481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87843" h="348138">
                    <a:moveTo>
                      <a:pt x="0" y="348139"/>
                    </a:moveTo>
                    <a:lnTo>
                      <a:pt x="143142" y="236842"/>
                    </a:lnTo>
                    <a:lnTo>
                      <a:pt x="286176" y="174771"/>
                    </a:lnTo>
                    <a:lnTo>
                      <a:pt x="429317" y="96399"/>
                    </a:lnTo>
                    <a:lnTo>
                      <a:pt x="572351" y="74593"/>
                    </a:lnTo>
                    <a:lnTo>
                      <a:pt x="715493" y="0"/>
                    </a:lnTo>
                    <a:lnTo>
                      <a:pt x="858526" y="14465"/>
                    </a:lnTo>
                    <a:lnTo>
                      <a:pt x="1001668" y="5721"/>
                    </a:lnTo>
                    <a:lnTo>
                      <a:pt x="1144702" y="61639"/>
                    </a:lnTo>
                    <a:lnTo>
                      <a:pt x="1287844" y="5613"/>
                    </a:lnTo>
                  </a:path>
                </a:pathLst>
              </a:custGeom>
              <a:noFill/>
              <a:ln w="22993" cap="flat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364440CD-8AEF-821A-6DEF-B6A6AFD9C369}"/>
                  </a:ext>
                </a:extLst>
              </p:cNvPr>
              <p:cNvSpPr/>
              <p:nvPr/>
            </p:nvSpPr>
            <p:spPr>
              <a:xfrm>
                <a:off x="3839422" y="1725448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9067FF13-F4E9-FCAE-2C31-9892253C323F}"/>
                  </a:ext>
                </a:extLst>
              </p:cNvPr>
              <p:cNvSpPr/>
              <p:nvPr/>
            </p:nvSpPr>
            <p:spPr>
              <a:xfrm>
                <a:off x="3839422" y="2315071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CC8105AA-675E-0DB2-0819-39CD8B543CAC}"/>
                  </a:ext>
                </a:extLst>
              </p:cNvPr>
              <p:cNvSpPr/>
              <p:nvPr/>
            </p:nvSpPr>
            <p:spPr>
              <a:xfrm>
                <a:off x="3982564" y="1614152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30CE29B-1D57-373C-C432-A539E3CE5A7F}"/>
                  </a:ext>
                </a:extLst>
              </p:cNvPr>
              <p:cNvSpPr/>
              <p:nvPr/>
            </p:nvSpPr>
            <p:spPr>
              <a:xfrm>
                <a:off x="3982564" y="2315071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159D1E9D-9D5D-E356-218D-BD61D7C71B17}"/>
                  </a:ext>
                </a:extLst>
              </p:cNvPr>
              <p:cNvSpPr/>
              <p:nvPr/>
            </p:nvSpPr>
            <p:spPr>
              <a:xfrm>
                <a:off x="4125598" y="1552081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76403B1C-6B68-32D7-B551-CBD5493FB68E}"/>
                  </a:ext>
                </a:extLst>
              </p:cNvPr>
              <p:cNvSpPr/>
              <p:nvPr/>
            </p:nvSpPr>
            <p:spPr>
              <a:xfrm>
                <a:off x="4125598" y="2284629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E8460432-F2AB-F00B-3194-3C80E9A24C47}"/>
                  </a:ext>
                </a:extLst>
              </p:cNvPr>
              <p:cNvSpPr/>
              <p:nvPr/>
            </p:nvSpPr>
            <p:spPr>
              <a:xfrm>
                <a:off x="4268739" y="1473709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FDD96B82-6362-D8C4-94CF-A0FB3D6FFB8F}"/>
                  </a:ext>
                </a:extLst>
              </p:cNvPr>
              <p:cNvSpPr/>
              <p:nvPr/>
            </p:nvSpPr>
            <p:spPr>
              <a:xfrm>
                <a:off x="4268739" y="2240046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FA4FA286-BF0F-3804-FB4B-AEDE9543AFE1}"/>
                  </a:ext>
                </a:extLst>
              </p:cNvPr>
              <p:cNvSpPr/>
              <p:nvPr/>
            </p:nvSpPr>
            <p:spPr>
              <a:xfrm>
                <a:off x="4411773" y="1451903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29CCF087-B135-0750-29DB-F63773F336DA}"/>
                  </a:ext>
                </a:extLst>
              </p:cNvPr>
              <p:cNvSpPr/>
              <p:nvPr/>
            </p:nvSpPr>
            <p:spPr>
              <a:xfrm>
                <a:off x="4411773" y="2187258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58D4A964-1548-7D92-517F-F5DA5C082315}"/>
                  </a:ext>
                </a:extLst>
              </p:cNvPr>
              <p:cNvSpPr/>
              <p:nvPr/>
            </p:nvSpPr>
            <p:spPr>
              <a:xfrm>
                <a:off x="4554915" y="1377309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CC85DAFD-3525-D20D-0C0E-683123C936D5}"/>
                  </a:ext>
                </a:extLst>
              </p:cNvPr>
              <p:cNvSpPr/>
              <p:nvPr/>
            </p:nvSpPr>
            <p:spPr>
              <a:xfrm>
                <a:off x="4554915" y="2027168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B0EB2560-890B-223A-F6A3-7EB6B0AF6F72}"/>
                  </a:ext>
                </a:extLst>
              </p:cNvPr>
              <p:cNvSpPr/>
              <p:nvPr/>
            </p:nvSpPr>
            <p:spPr>
              <a:xfrm>
                <a:off x="4697949" y="1391775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8F9D3E83-A5E1-AB36-3AAB-85C753390FBA}"/>
                  </a:ext>
                </a:extLst>
              </p:cNvPr>
              <p:cNvSpPr/>
              <p:nvPr/>
            </p:nvSpPr>
            <p:spPr>
              <a:xfrm>
                <a:off x="4697949" y="1801553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DBE5BAB1-4D9E-DC17-7F7D-C41733AC289C}"/>
                  </a:ext>
                </a:extLst>
              </p:cNvPr>
              <p:cNvSpPr/>
              <p:nvPr/>
            </p:nvSpPr>
            <p:spPr>
              <a:xfrm>
                <a:off x="4841090" y="1383031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DB3D5738-5951-F302-8FAF-2C6C390FEB27}"/>
                  </a:ext>
                </a:extLst>
              </p:cNvPr>
              <p:cNvSpPr/>
              <p:nvPr/>
            </p:nvSpPr>
            <p:spPr>
              <a:xfrm>
                <a:off x="4841090" y="1745095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4D179C07-1F91-47F6-0E38-C9C9B7CB0F8D}"/>
                  </a:ext>
                </a:extLst>
              </p:cNvPr>
              <p:cNvSpPr/>
              <p:nvPr/>
            </p:nvSpPr>
            <p:spPr>
              <a:xfrm>
                <a:off x="4984124" y="1438949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3F801544-279B-8EFB-2C78-644D8A5599F8}"/>
                  </a:ext>
                </a:extLst>
              </p:cNvPr>
              <p:cNvSpPr/>
              <p:nvPr/>
            </p:nvSpPr>
            <p:spPr>
              <a:xfrm>
                <a:off x="4984124" y="1678814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2A422529-FA0C-515A-49AA-825D98E16696}"/>
                  </a:ext>
                </a:extLst>
              </p:cNvPr>
              <p:cNvSpPr/>
              <p:nvPr/>
            </p:nvSpPr>
            <p:spPr>
              <a:xfrm>
                <a:off x="5127266" y="1382923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0B4627FD-5D9D-CAAA-DABC-CE463145CC76}"/>
                  </a:ext>
                </a:extLst>
              </p:cNvPr>
              <p:cNvSpPr/>
              <p:nvPr/>
            </p:nvSpPr>
            <p:spPr>
              <a:xfrm>
                <a:off x="5127266" y="1645781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69A3D727-7673-D3A3-FB8D-ED51E5738095}"/>
                  </a:ext>
                </a:extLst>
              </p:cNvPr>
              <p:cNvSpPr/>
              <p:nvPr/>
            </p:nvSpPr>
            <p:spPr>
              <a:xfrm>
                <a:off x="3801964" y="1115531"/>
                <a:ext cx="1416519" cy="1284820"/>
              </a:xfrm>
              <a:prstGeom prst="rect">
                <a:avLst/>
              </a:prstGeom>
              <a:noFill/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32" name="Group 631">
              <a:extLst>
                <a:ext uri="{FF2B5EF4-FFF2-40B4-BE49-F238E27FC236}">
                  <a16:creationId xmlns:a16="http://schemas.microsoft.com/office/drawing/2014/main" id="{E3327832-0AE9-4486-3B60-449E3028DE9E}"/>
                </a:ext>
              </a:extLst>
            </p:cNvPr>
            <p:cNvGrpSpPr/>
            <p:nvPr/>
          </p:nvGrpSpPr>
          <p:grpSpPr>
            <a:xfrm>
              <a:off x="5277640" y="1115531"/>
              <a:ext cx="1416627" cy="1284820"/>
              <a:chOff x="5277640" y="1115531"/>
              <a:chExt cx="1416627" cy="1284820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4C2EF336-65E5-4BBB-DEAC-6893C6143AD2}"/>
                  </a:ext>
                </a:extLst>
              </p:cNvPr>
              <p:cNvSpPr/>
              <p:nvPr/>
            </p:nvSpPr>
            <p:spPr>
              <a:xfrm>
                <a:off x="5277640" y="1115531"/>
                <a:ext cx="1416519" cy="1284820"/>
              </a:xfrm>
              <a:prstGeom prst="rect">
                <a:avLst/>
              </a:prstGeom>
              <a:solidFill>
                <a:srgbClr val="FFFFFF"/>
              </a:solidFill>
              <a:ln w="11551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63E92EF3-3CE5-1ABC-216A-84956DB2DC3C}"/>
                  </a:ext>
                </a:extLst>
              </p:cNvPr>
              <p:cNvSpPr/>
              <p:nvPr/>
            </p:nvSpPr>
            <p:spPr>
              <a:xfrm>
                <a:off x="5277640" y="2154333"/>
                <a:ext cx="1416627" cy="10795"/>
              </a:xfrm>
              <a:custGeom>
                <a:avLst/>
                <a:gdLst>
                  <a:gd name="csX0" fmla="*/ 0 w 1416627"/>
                  <a:gd name="csY0" fmla="*/ 0 h 10795"/>
                  <a:gd name="csX1" fmla="*/ 1416628 w 1416627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627" h="10795">
                    <a:moveTo>
                      <a:pt x="0" y="0"/>
                    </a:moveTo>
                    <a:lnTo>
                      <a:pt x="1416628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54037095-D2CA-3242-EC38-7B3480206334}"/>
                  </a:ext>
                </a:extLst>
              </p:cNvPr>
              <p:cNvSpPr/>
              <p:nvPr/>
            </p:nvSpPr>
            <p:spPr>
              <a:xfrm>
                <a:off x="5277640" y="1779099"/>
                <a:ext cx="1416627" cy="10795"/>
              </a:xfrm>
              <a:custGeom>
                <a:avLst/>
                <a:gdLst>
                  <a:gd name="csX0" fmla="*/ 0 w 1416627"/>
                  <a:gd name="csY0" fmla="*/ 0 h 10795"/>
                  <a:gd name="csX1" fmla="*/ 1416628 w 1416627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627" h="10795">
                    <a:moveTo>
                      <a:pt x="0" y="0"/>
                    </a:moveTo>
                    <a:lnTo>
                      <a:pt x="1416628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F385570A-62E5-4015-A1F8-12CF432EAE90}"/>
                  </a:ext>
                </a:extLst>
              </p:cNvPr>
              <p:cNvSpPr/>
              <p:nvPr/>
            </p:nvSpPr>
            <p:spPr>
              <a:xfrm>
                <a:off x="5277640" y="1403865"/>
                <a:ext cx="1416627" cy="10795"/>
              </a:xfrm>
              <a:custGeom>
                <a:avLst/>
                <a:gdLst>
                  <a:gd name="csX0" fmla="*/ 0 w 1416627"/>
                  <a:gd name="csY0" fmla="*/ 0 h 10795"/>
                  <a:gd name="csX1" fmla="*/ 1416628 w 1416627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627" h="10795">
                    <a:moveTo>
                      <a:pt x="0" y="0"/>
                    </a:moveTo>
                    <a:lnTo>
                      <a:pt x="1416628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3668E5D3-1D6A-A512-26EF-34FEA9772590}"/>
                  </a:ext>
                </a:extLst>
              </p:cNvPr>
              <p:cNvSpPr/>
              <p:nvPr/>
            </p:nvSpPr>
            <p:spPr>
              <a:xfrm>
                <a:off x="5342086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35805963-3056-852E-048B-83AFA4BC503D}"/>
                  </a:ext>
                </a:extLst>
              </p:cNvPr>
              <p:cNvSpPr/>
              <p:nvPr/>
            </p:nvSpPr>
            <p:spPr>
              <a:xfrm>
                <a:off x="5628262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3F4FDA90-6B0E-BF7E-E9E5-9043BC8CE42F}"/>
                  </a:ext>
                </a:extLst>
              </p:cNvPr>
              <p:cNvSpPr/>
              <p:nvPr/>
            </p:nvSpPr>
            <p:spPr>
              <a:xfrm>
                <a:off x="5914437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060EFFA9-8ADE-1651-AEA9-6B066F9348BA}"/>
                  </a:ext>
                </a:extLst>
              </p:cNvPr>
              <p:cNvSpPr/>
              <p:nvPr/>
            </p:nvSpPr>
            <p:spPr>
              <a:xfrm>
                <a:off x="6200613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484CABDB-B096-CE24-ABE6-33EDDC5F853B}"/>
                  </a:ext>
                </a:extLst>
              </p:cNvPr>
              <p:cNvSpPr/>
              <p:nvPr/>
            </p:nvSpPr>
            <p:spPr>
              <a:xfrm>
                <a:off x="6486788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60727176-A402-89BA-4616-85F41284EFBA}"/>
                  </a:ext>
                </a:extLst>
              </p:cNvPr>
              <p:cNvSpPr/>
              <p:nvPr/>
            </p:nvSpPr>
            <p:spPr>
              <a:xfrm>
                <a:off x="5277640" y="2341951"/>
                <a:ext cx="1416627" cy="10795"/>
              </a:xfrm>
              <a:custGeom>
                <a:avLst/>
                <a:gdLst>
                  <a:gd name="csX0" fmla="*/ 0 w 1416627"/>
                  <a:gd name="csY0" fmla="*/ 0 h 10795"/>
                  <a:gd name="csX1" fmla="*/ 1416628 w 1416627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627" h="10795">
                    <a:moveTo>
                      <a:pt x="0" y="0"/>
                    </a:moveTo>
                    <a:lnTo>
                      <a:pt x="1416628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5FC82744-9B4B-E66F-BF4F-BC49DEB26361}"/>
                  </a:ext>
                </a:extLst>
              </p:cNvPr>
              <p:cNvSpPr/>
              <p:nvPr/>
            </p:nvSpPr>
            <p:spPr>
              <a:xfrm>
                <a:off x="5277640" y="1966716"/>
                <a:ext cx="1416627" cy="10795"/>
              </a:xfrm>
              <a:custGeom>
                <a:avLst/>
                <a:gdLst>
                  <a:gd name="csX0" fmla="*/ 0 w 1416627"/>
                  <a:gd name="csY0" fmla="*/ 0 h 10795"/>
                  <a:gd name="csX1" fmla="*/ 1416628 w 1416627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627" h="10795">
                    <a:moveTo>
                      <a:pt x="0" y="0"/>
                    </a:moveTo>
                    <a:lnTo>
                      <a:pt x="1416628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91609FC6-D9E8-C1DF-84AB-BEA3C31BCDD4}"/>
                  </a:ext>
                </a:extLst>
              </p:cNvPr>
              <p:cNvSpPr/>
              <p:nvPr/>
            </p:nvSpPr>
            <p:spPr>
              <a:xfrm>
                <a:off x="5277640" y="1591482"/>
                <a:ext cx="1416627" cy="10795"/>
              </a:xfrm>
              <a:custGeom>
                <a:avLst/>
                <a:gdLst>
                  <a:gd name="csX0" fmla="*/ 0 w 1416627"/>
                  <a:gd name="csY0" fmla="*/ 0 h 10795"/>
                  <a:gd name="csX1" fmla="*/ 1416628 w 1416627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627" h="10795">
                    <a:moveTo>
                      <a:pt x="0" y="0"/>
                    </a:moveTo>
                    <a:lnTo>
                      <a:pt x="1416628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24663F5E-E8D6-C772-86D1-C36426335364}"/>
                  </a:ext>
                </a:extLst>
              </p:cNvPr>
              <p:cNvSpPr/>
              <p:nvPr/>
            </p:nvSpPr>
            <p:spPr>
              <a:xfrm>
                <a:off x="5277640" y="1216248"/>
                <a:ext cx="1416627" cy="10795"/>
              </a:xfrm>
              <a:custGeom>
                <a:avLst/>
                <a:gdLst>
                  <a:gd name="csX0" fmla="*/ 0 w 1416627"/>
                  <a:gd name="csY0" fmla="*/ 0 h 10795"/>
                  <a:gd name="csX1" fmla="*/ 1416628 w 1416627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627" h="10795">
                    <a:moveTo>
                      <a:pt x="0" y="0"/>
                    </a:moveTo>
                    <a:lnTo>
                      <a:pt x="1416628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8BB3524C-D430-8AF5-D7DF-508FF0C3CAEC}"/>
                  </a:ext>
                </a:extLst>
              </p:cNvPr>
              <p:cNvSpPr/>
              <p:nvPr/>
            </p:nvSpPr>
            <p:spPr>
              <a:xfrm>
                <a:off x="5485120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09BFD16F-E737-E244-D56D-34639D767D50}"/>
                  </a:ext>
                </a:extLst>
              </p:cNvPr>
              <p:cNvSpPr/>
              <p:nvPr/>
            </p:nvSpPr>
            <p:spPr>
              <a:xfrm>
                <a:off x="5771295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E268DD6B-64FC-0FFC-E261-B9E8D4230798}"/>
                  </a:ext>
                </a:extLst>
              </p:cNvPr>
              <p:cNvSpPr/>
              <p:nvPr/>
            </p:nvSpPr>
            <p:spPr>
              <a:xfrm>
                <a:off x="6057471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EFA2753B-A0BA-7BE5-59E7-EF1204E12402}"/>
                  </a:ext>
                </a:extLst>
              </p:cNvPr>
              <p:cNvSpPr/>
              <p:nvPr/>
            </p:nvSpPr>
            <p:spPr>
              <a:xfrm>
                <a:off x="6343646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B73EEF79-9B97-6EDF-23AA-6B9CBEF32E1C}"/>
                  </a:ext>
                </a:extLst>
              </p:cNvPr>
              <p:cNvSpPr/>
              <p:nvPr/>
            </p:nvSpPr>
            <p:spPr>
              <a:xfrm>
                <a:off x="6629822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E9D03BC0-454B-F081-68EE-5AE88187ECE3}"/>
                  </a:ext>
                </a:extLst>
              </p:cNvPr>
              <p:cNvSpPr/>
              <p:nvPr/>
            </p:nvSpPr>
            <p:spPr>
              <a:xfrm>
                <a:off x="5342086" y="1547007"/>
                <a:ext cx="1287735" cy="794943"/>
              </a:xfrm>
              <a:custGeom>
                <a:avLst/>
                <a:gdLst>
                  <a:gd name="csX0" fmla="*/ 0 w 1287735"/>
                  <a:gd name="csY0" fmla="*/ 794944 h 794943"/>
                  <a:gd name="csX1" fmla="*/ 143034 w 1287735"/>
                  <a:gd name="csY1" fmla="*/ 794944 h 794943"/>
                  <a:gd name="csX2" fmla="*/ 286176 w 1287735"/>
                  <a:gd name="csY2" fmla="*/ 755326 h 794943"/>
                  <a:gd name="csX3" fmla="*/ 429209 w 1287735"/>
                  <a:gd name="csY3" fmla="*/ 731577 h 794943"/>
                  <a:gd name="csX4" fmla="*/ 572351 w 1287735"/>
                  <a:gd name="csY4" fmla="*/ 521830 h 794943"/>
                  <a:gd name="csX5" fmla="*/ 715385 w 1287735"/>
                  <a:gd name="csY5" fmla="*/ 355264 h 794943"/>
                  <a:gd name="csX6" fmla="*/ 858527 w 1287735"/>
                  <a:gd name="csY6" fmla="*/ 221513 h 794943"/>
                  <a:gd name="csX7" fmla="*/ 1001560 w 1287735"/>
                  <a:gd name="csY7" fmla="*/ 89167 h 794943"/>
                  <a:gd name="csX8" fmla="*/ 1144702 w 1287735"/>
                  <a:gd name="csY8" fmla="*/ 0 h 794943"/>
                  <a:gd name="csX9" fmla="*/ 1287736 w 1287735"/>
                  <a:gd name="csY9" fmla="*/ 36919 h 7949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87735" h="794943">
                    <a:moveTo>
                      <a:pt x="0" y="794944"/>
                    </a:moveTo>
                    <a:lnTo>
                      <a:pt x="143034" y="794944"/>
                    </a:lnTo>
                    <a:lnTo>
                      <a:pt x="286176" y="755326"/>
                    </a:lnTo>
                    <a:lnTo>
                      <a:pt x="429209" y="731577"/>
                    </a:lnTo>
                    <a:lnTo>
                      <a:pt x="572351" y="521830"/>
                    </a:lnTo>
                    <a:lnTo>
                      <a:pt x="715385" y="355264"/>
                    </a:lnTo>
                    <a:lnTo>
                      <a:pt x="858527" y="221513"/>
                    </a:lnTo>
                    <a:lnTo>
                      <a:pt x="1001560" y="89167"/>
                    </a:lnTo>
                    <a:lnTo>
                      <a:pt x="1144702" y="0"/>
                    </a:lnTo>
                    <a:lnTo>
                      <a:pt x="1287736" y="36919"/>
                    </a:lnTo>
                  </a:path>
                </a:pathLst>
              </a:custGeom>
              <a:noFill/>
              <a:ln w="22993" cap="flat">
                <a:solidFill>
                  <a:srgbClr val="FF0000"/>
                </a:solidFill>
                <a:custDash>
                  <a:ds d="853500" sp="8535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7BCFBD78-D22F-D56F-708F-B6D04CA8C833}"/>
                  </a:ext>
                </a:extLst>
              </p:cNvPr>
              <p:cNvSpPr/>
              <p:nvPr/>
            </p:nvSpPr>
            <p:spPr>
              <a:xfrm>
                <a:off x="5342086" y="1291489"/>
                <a:ext cx="1287735" cy="330003"/>
              </a:xfrm>
              <a:custGeom>
                <a:avLst/>
                <a:gdLst>
                  <a:gd name="csX0" fmla="*/ 0 w 1287735"/>
                  <a:gd name="csY0" fmla="*/ 330003 h 330003"/>
                  <a:gd name="csX1" fmla="*/ 143034 w 1287735"/>
                  <a:gd name="csY1" fmla="*/ 253467 h 330003"/>
                  <a:gd name="csX2" fmla="*/ 286176 w 1287735"/>
                  <a:gd name="csY2" fmla="*/ 179845 h 330003"/>
                  <a:gd name="csX3" fmla="*/ 429209 w 1287735"/>
                  <a:gd name="csY3" fmla="*/ 95428 h 330003"/>
                  <a:gd name="csX4" fmla="*/ 572351 w 1287735"/>
                  <a:gd name="csY4" fmla="*/ 65418 h 330003"/>
                  <a:gd name="csX5" fmla="*/ 715385 w 1287735"/>
                  <a:gd name="csY5" fmla="*/ 47282 h 330003"/>
                  <a:gd name="csX6" fmla="*/ 858527 w 1287735"/>
                  <a:gd name="csY6" fmla="*/ 19863 h 330003"/>
                  <a:gd name="csX7" fmla="*/ 1001560 w 1287735"/>
                  <a:gd name="csY7" fmla="*/ 15545 h 330003"/>
                  <a:gd name="csX8" fmla="*/ 1144702 w 1287735"/>
                  <a:gd name="csY8" fmla="*/ 0 h 330003"/>
                  <a:gd name="csX9" fmla="*/ 1287736 w 1287735"/>
                  <a:gd name="csY9" fmla="*/ 864 h 3300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87735" h="330003">
                    <a:moveTo>
                      <a:pt x="0" y="330003"/>
                    </a:moveTo>
                    <a:lnTo>
                      <a:pt x="143034" y="253467"/>
                    </a:lnTo>
                    <a:lnTo>
                      <a:pt x="286176" y="179845"/>
                    </a:lnTo>
                    <a:lnTo>
                      <a:pt x="429209" y="95428"/>
                    </a:lnTo>
                    <a:lnTo>
                      <a:pt x="572351" y="65418"/>
                    </a:lnTo>
                    <a:lnTo>
                      <a:pt x="715385" y="47282"/>
                    </a:lnTo>
                    <a:lnTo>
                      <a:pt x="858527" y="19863"/>
                    </a:lnTo>
                    <a:lnTo>
                      <a:pt x="1001560" y="15545"/>
                    </a:lnTo>
                    <a:lnTo>
                      <a:pt x="1144702" y="0"/>
                    </a:lnTo>
                    <a:lnTo>
                      <a:pt x="1287736" y="864"/>
                    </a:lnTo>
                  </a:path>
                </a:pathLst>
              </a:custGeom>
              <a:noFill/>
              <a:ln w="22993" cap="flat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4B6819A9-B9E2-8521-F3AC-4680E90A46D7}"/>
                  </a:ext>
                </a:extLst>
              </p:cNvPr>
              <p:cNvSpPr/>
              <p:nvPr/>
            </p:nvSpPr>
            <p:spPr>
              <a:xfrm>
                <a:off x="5315207" y="1594613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1B9AD061-761C-BBA3-094B-B2F0490C31B6}"/>
                  </a:ext>
                </a:extLst>
              </p:cNvPr>
              <p:cNvSpPr/>
              <p:nvPr/>
            </p:nvSpPr>
            <p:spPr>
              <a:xfrm>
                <a:off x="5315207" y="2315071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B60588AF-7651-9FA2-DE83-A7977723FE7E}"/>
                  </a:ext>
                </a:extLst>
              </p:cNvPr>
              <p:cNvSpPr/>
              <p:nvPr/>
            </p:nvSpPr>
            <p:spPr>
              <a:xfrm>
                <a:off x="5458240" y="1518076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FC7E1EA3-72CB-1109-CDF4-3620EDBB2329}"/>
                  </a:ext>
                </a:extLst>
              </p:cNvPr>
              <p:cNvSpPr/>
              <p:nvPr/>
            </p:nvSpPr>
            <p:spPr>
              <a:xfrm>
                <a:off x="5458240" y="2315071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EC01D3D4-7410-E833-BDDF-5D903EA61EE1}"/>
                  </a:ext>
                </a:extLst>
              </p:cNvPr>
              <p:cNvSpPr/>
              <p:nvPr/>
            </p:nvSpPr>
            <p:spPr>
              <a:xfrm>
                <a:off x="5601382" y="1444454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2F11A750-EAA0-90F5-20AB-F236CFB378CA}"/>
                  </a:ext>
                </a:extLst>
              </p:cNvPr>
              <p:cNvSpPr/>
              <p:nvPr/>
            </p:nvSpPr>
            <p:spPr>
              <a:xfrm>
                <a:off x="5601382" y="2275453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B4F11435-4110-DD8C-7AD4-FEE3B1D6F963}"/>
                  </a:ext>
                </a:extLst>
              </p:cNvPr>
              <p:cNvSpPr/>
              <p:nvPr/>
            </p:nvSpPr>
            <p:spPr>
              <a:xfrm>
                <a:off x="5744416" y="1360037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626762C2-01BA-63B7-4CF3-4EFE4E6B60E1}"/>
                  </a:ext>
                </a:extLst>
              </p:cNvPr>
              <p:cNvSpPr/>
              <p:nvPr/>
            </p:nvSpPr>
            <p:spPr>
              <a:xfrm>
                <a:off x="5744416" y="2251704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2D4DE83D-F563-EA4B-54C8-5124D574C39C}"/>
                  </a:ext>
                </a:extLst>
              </p:cNvPr>
              <p:cNvSpPr/>
              <p:nvPr/>
            </p:nvSpPr>
            <p:spPr>
              <a:xfrm>
                <a:off x="5887558" y="1330027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FD389820-2A96-3E7C-81E8-016A9C29D8FB}"/>
                  </a:ext>
                </a:extLst>
              </p:cNvPr>
              <p:cNvSpPr/>
              <p:nvPr/>
            </p:nvSpPr>
            <p:spPr>
              <a:xfrm>
                <a:off x="5887558" y="2041958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E6354140-72EF-4125-ED29-3B47D5D9BE53}"/>
                  </a:ext>
                </a:extLst>
              </p:cNvPr>
              <p:cNvSpPr/>
              <p:nvPr/>
            </p:nvSpPr>
            <p:spPr>
              <a:xfrm>
                <a:off x="6030591" y="1311892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C548C700-FBB5-76DF-F9CE-B0CFD9A03F01}"/>
                  </a:ext>
                </a:extLst>
              </p:cNvPr>
              <p:cNvSpPr/>
              <p:nvPr/>
            </p:nvSpPr>
            <p:spPr>
              <a:xfrm>
                <a:off x="6030591" y="1875391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679FC51B-ABBE-7C39-D08B-E4341A865D15}"/>
                  </a:ext>
                </a:extLst>
              </p:cNvPr>
              <p:cNvSpPr/>
              <p:nvPr/>
            </p:nvSpPr>
            <p:spPr>
              <a:xfrm>
                <a:off x="6173733" y="1284472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245D3837-A893-68C7-AEC8-8EFB67E51CA3}"/>
                  </a:ext>
                </a:extLst>
              </p:cNvPr>
              <p:cNvSpPr/>
              <p:nvPr/>
            </p:nvSpPr>
            <p:spPr>
              <a:xfrm>
                <a:off x="6173733" y="1741641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240E8F46-C59A-8A3C-7F4C-437F9EAE93BB}"/>
                  </a:ext>
                </a:extLst>
              </p:cNvPr>
              <p:cNvSpPr/>
              <p:nvPr/>
            </p:nvSpPr>
            <p:spPr>
              <a:xfrm>
                <a:off x="6316767" y="1280154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8614F5FA-26C9-ED50-9C37-91578C2A7526}"/>
                  </a:ext>
                </a:extLst>
              </p:cNvPr>
              <p:cNvSpPr/>
              <p:nvPr/>
            </p:nvSpPr>
            <p:spPr>
              <a:xfrm>
                <a:off x="6316767" y="1609294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61E6117B-EDA2-2F03-160A-93E526AB3CA2}"/>
                  </a:ext>
                </a:extLst>
              </p:cNvPr>
              <p:cNvSpPr/>
              <p:nvPr/>
            </p:nvSpPr>
            <p:spPr>
              <a:xfrm>
                <a:off x="6459908" y="1264610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56F54EDA-A60B-C86E-B12F-7F8A2512390E}"/>
                  </a:ext>
                </a:extLst>
              </p:cNvPr>
              <p:cNvSpPr/>
              <p:nvPr/>
            </p:nvSpPr>
            <p:spPr>
              <a:xfrm>
                <a:off x="6459908" y="1520127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8A7445AD-6477-51F0-D0E9-8020FFB8758D}"/>
                  </a:ext>
                </a:extLst>
              </p:cNvPr>
              <p:cNvSpPr/>
              <p:nvPr/>
            </p:nvSpPr>
            <p:spPr>
              <a:xfrm>
                <a:off x="6602942" y="1265473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26C97A40-A2EB-FE56-D161-FC6CEA915098}"/>
                  </a:ext>
                </a:extLst>
              </p:cNvPr>
              <p:cNvSpPr/>
              <p:nvPr/>
            </p:nvSpPr>
            <p:spPr>
              <a:xfrm>
                <a:off x="6602942" y="1557046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76F7B756-BB07-5ED6-89A0-3731DD20FBDA}"/>
                  </a:ext>
                </a:extLst>
              </p:cNvPr>
              <p:cNvSpPr/>
              <p:nvPr/>
            </p:nvSpPr>
            <p:spPr>
              <a:xfrm>
                <a:off x="5277640" y="1115531"/>
                <a:ext cx="1416519" cy="1284820"/>
              </a:xfrm>
              <a:prstGeom prst="rect">
                <a:avLst/>
              </a:prstGeom>
              <a:noFill/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31" name="Group 630">
              <a:extLst>
                <a:ext uri="{FF2B5EF4-FFF2-40B4-BE49-F238E27FC236}">
                  <a16:creationId xmlns:a16="http://schemas.microsoft.com/office/drawing/2014/main" id="{8B3166FD-08BF-0CBA-F39D-E759184492F0}"/>
                </a:ext>
              </a:extLst>
            </p:cNvPr>
            <p:cNvGrpSpPr/>
            <p:nvPr/>
          </p:nvGrpSpPr>
          <p:grpSpPr>
            <a:xfrm>
              <a:off x="6753317" y="1115531"/>
              <a:ext cx="1416627" cy="1284820"/>
              <a:chOff x="6753317" y="1115531"/>
              <a:chExt cx="1416627" cy="1284820"/>
            </a:xfrm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E342A94E-3FC4-EAC1-D528-1C9C4F75BBE3}"/>
                  </a:ext>
                </a:extLst>
              </p:cNvPr>
              <p:cNvSpPr/>
              <p:nvPr/>
            </p:nvSpPr>
            <p:spPr>
              <a:xfrm>
                <a:off x="6753317" y="1115531"/>
                <a:ext cx="1416519" cy="1284820"/>
              </a:xfrm>
              <a:prstGeom prst="rect">
                <a:avLst/>
              </a:prstGeom>
              <a:solidFill>
                <a:srgbClr val="FFFFFF"/>
              </a:solidFill>
              <a:ln w="11551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00D45C8E-FD43-6493-EDCA-5F503D837E10}"/>
                  </a:ext>
                </a:extLst>
              </p:cNvPr>
              <p:cNvSpPr/>
              <p:nvPr/>
            </p:nvSpPr>
            <p:spPr>
              <a:xfrm>
                <a:off x="6753317" y="2154333"/>
                <a:ext cx="1416627" cy="10795"/>
              </a:xfrm>
              <a:custGeom>
                <a:avLst/>
                <a:gdLst>
                  <a:gd name="csX0" fmla="*/ 0 w 1416627"/>
                  <a:gd name="csY0" fmla="*/ 0 h 10795"/>
                  <a:gd name="csX1" fmla="*/ 1416628 w 1416627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627" h="10795">
                    <a:moveTo>
                      <a:pt x="0" y="0"/>
                    </a:moveTo>
                    <a:lnTo>
                      <a:pt x="1416628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0DC68FF8-BFE8-6F36-7806-DD776B914F23}"/>
                  </a:ext>
                </a:extLst>
              </p:cNvPr>
              <p:cNvSpPr/>
              <p:nvPr/>
            </p:nvSpPr>
            <p:spPr>
              <a:xfrm>
                <a:off x="6753317" y="1779099"/>
                <a:ext cx="1416627" cy="10795"/>
              </a:xfrm>
              <a:custGeom>
                <a:avLst/>
                <a:gdLst>
                  <a:gd name="csX0" fmla="*/ 0 w 1416627"/>
                  <a:gd name="csY0" fmla="*/ 0 h 10795"/>
                  <a:gd name="csX1" fmla="*/ 1416628 w 1416627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627" h="10795">
                    <a:moveTo>
                      <a:pt x="0" y="0"/>
                    </a:moveTo>
                    <a:lnTo>
                      <a:pt x="1416628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33356A07-8B78-0FCF-4F79-16CE57CDF3DF}"/>
                  </a:ext>
                </a:extLst>
              </p:cNvPr>
              <p:cNvSpPr/>
              <p:nvPr/>
            </p:nvSpPr>
            <p:spPr>
              <a:xfrm>
                <a:off x="6753317" y="1403865"/>
                <a:ext cx="1416627" cy="10795"/>
              </a:xfrm>
              <a:custGeom>
                <a:avLst/>
                <a:gdLst>
                  <a:gd name="csX0" fmla="*/ 0 w 1416627"/>
                  <a:gd name="csY0" fmla="*/ 0 h 10795"/>
                  <a:gd name="csX1" fmla="*/ 1416628 w 1416627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627" h="10795">
                    <a:moveTo>
                      <a:pt x="0" y="0"/>
                    </a:moveTo>
                    <a:lnTo>
                      <a:pt x="1416628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DD223AC9-83CB-69EE-F805-95EC3B6461D2}"/>
                  </a:ext>
                </a:extLst>
              </p:cNvPr>
              <p:cNvSpPr/>
              <p:nvPr/>
            </p:nvSpPr>
            <p:spPr>
              <a:xfrm>
                <a:off x="6817763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491463F6-FE24-FFD3-C191-5EFD20BB021F}"/>
                  </a:ext>
                </a:extLst>
              </p:cNvPr>
              <p:cNvSpPr/>
              <p:nvPr/>
            </p:nvSpPr>
            <p:spPr>
              <a:xfrm>
                <a:off x="7103938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4431FF3D-D200-5219-6AC4-0E533A670B92}"/>
                  </a:ext>
                </a:extLst>
              </p:cNvPr>
              <p:cNvSpPr/>
              <p:nvPr/>
            </p:nvSpPr>
            <p:spPr>
              <a:xfrm>
                <a:off x="7390113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E7D1D334-C8F2-7439-A7F9-3A4EA9DFCC48}"/>
                  </a:ext>
                </a:extLst>
              </p:cNvPr>
              <p:cNvSpPr/>
              <p:nvPr/>
            </p:nvSpPr>
            <p:spPr>
              <a:xfrm>
                <a:off x="7676289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62AE71B4-FC1B-556B-5063-D6A031DB23AF}"/>
                  </a:ext>
                </a:extLst>
              </p:cNvPr>
              <p:cNvSpPr/>
              <p:nvPr/>
            </p:nvSpPr>
            <p:spPr>
              <a:xfrm>
                <a:off x="7962464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C2A148E1-E0B8-B8E5-599A-FB88D28FA892}"/>
                  </a:ext>
                </a:extLst>
              </p:cNvPr>
              <p:cNvSpPr/>
              <p:nvPr/>
            </p:nvSpPr>
            <p:spPr>
              <a:xfrm>
                <a:off x="6753317" y="2341951"/>
                <a:ext cx="1416627" cy="10795"/>
              </a:xfrm>
              <a:custGeom>
                <a:avLst/>
                <a:gdLst>
                  <a:gd name="csX0" fmla="*/ 0 w 1416627"/>
                  <a:gd name="csY0" fmla="*/ 0 h 10795"/>
                  <a:gd name="csX1" fmla="*/ 1416628 w 1416627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627" h="10795">
                    <a:moveTo>
                      <a:pt x="0" y="0"/>
                    </a:moveTo>
                    <a:lnTo>
                      <a:pt x="1416628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AAA4F022-5EFB-39D9-6027-1A3D27FBACDD}"/>
                  </a:ext>
                </a:extLst>
              </p:cNvPr>
              <p:cNvSpPr/>
              <p:nvPr/>
            </p:nvSpPr>
            <p:spPr>
              <a:xfrm>
                <a:off x="6753317" y="1966716"/>
                <a:ext cx="1416627" cy="10795"/>
              </a:xfrm>
              <a:custGeom>
                <a:avLst/>
                <a:gdLst>
                  <a:gd name="csX0" fmla="*/ 0 w 1416627"/>
                  <a:gd name="csY0" fmla="*/ 0 h 10795"/>
                  <a:gd name="csX1" fmla="*/ 1416628 w 1416627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627" h="10795">
                    <a:moveTo>
                      <a:pt x="0" y="0"/>
                    </a:moveTo>
                    <a:lnTo>
                      <a:pt x="1416628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A29F7F6E-7A5D-8318-F9D0-4171CA91462A}"/>
                  </a:ext>
                </a:extLst>
              </p:cNvPr>
              <p:cNvSpPr/>
              <p:nvPr/>
            </p:nvSpPr>
            <p:spPr>
              <a:xfrm>
                <a:off x="6753317" y="1591482"/>
                <a:ext cx="1416627" cy="10795"/>
              </a:xfrm>
              <a:custGeom>
                <a:avLst/>
                <a:gdLst>
                  <a:gd name="csX0" fmla="*/ 0 w 1416627"/>
                  <a:gd name="csY0" fmla="*/ 0 h 10795"/>
                  <a:gd name="csX1" fmla="*/ 1416628 w 1416627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627" h="10795">
                    <a:moveTo>
                      <a:pt x="0" y="0"/>
                    </a:moveTo>
                    <a:lnTo>
                      <a:pt x="1416628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6611635A-81A3-7BB5-9DB6-3AF652121965}"/>
                  </a:ext>
                </a:extLst>
              </p:cNvPr>
              <p:cNvSpPr/>
              <p:nvPr/>
            </p:nvSpPr>
            <p:spPr>
              <a:xfrm>
                <a:off x="6753317" y="1216248"/>
                <a:ext cx="1416627" cy="10795"/>
              </a:xfrm>
              <a:custGeom>
                <a:avLst/>
                <a:gdLst>
                  <a:gd name="csX0" fmla="*/ 0 w 1416627"/>
                  <a:gd name="csY0" fmla="*/ 0 h 10795"/>
                  <a:gd name="csX1" fmla="*/ 1416628 w 1416627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627" h="10795">
                    <a:moveTo>
                      <a:pt x="0" y="0"/>
                    </a:moveTo>
                    <a:lnTo>
                      <a:pt x="1416628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EF7A5259-BC18-EC3A-E860-2C993619D10F}"/>
                  </a:ext>
                </a:extLst>
              </p:cNvPr>
              <p:cNvSpPr/>
              <p:nvPr/>
            </p:nvSpPr>
            <p:spPr>
              <a:xfrm>
                <a:off x="6960796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EC805AC2-4292-1F4C-D13E-971E3AD4ED3A}"/>
                  </a:ext>
                </a:extLst>
              </p:cNvPr>
              <p:cNvSpPr/>
              <p:nvPr/>
            </p:nvSpPr>
            <p:spPr>
              <a:xfrm>
                <a:off x="7246972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509D5C89-BBFD-E623-75B8-833B6F41D852}"/>
                  </a:ext>
                </a:extLst>
              </p:cNvPr>
              <p:cNvSpPr/>
              <p:nvPr/>
            </p:nvSpPr>
            <p:spPr>
              <a:xfrm>
                <a:off x="7533148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B9B4FBFA-2718-D576-0BE7-21B5411C8A06}"/>
                  </a:ext>
                </a:extLst>
              </p:cNvPr>
              <p:cNvSpPr/>
              <p:nvPr/>
            </p:nvSpPr>
            <p:spPr>
              <a:xfrm>
                <a:off x="7819323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CCBB35DE-FB50-DE2E-8F01-5D8597E5FA5D}"/>
                  </a:ext>
                </a:extLst>
              </p:cNvPr>
              <p:cNvSpPr/>
              <p:nvPr/>
            </p:nvSpPr>
            <p:spPr>
              <a:xfrm>
                <a:off x="8105498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B2F6A97C-D9C7-761D-BCFF-9B2D61ABE2BA}"/>
                  </a:ext>
                </a:extLst>
              </p:cNvPr>
              <p:cNvSpPr/>
              <p:nvPr/>
            </p:nvSpPr>
            <p:spPr>
              <a:xfrm>
                <a:off x="6817763" y="1454386"/>
                <a:ext cx="1287735" cy="887564"/>
              </a:xfrm>
              <a:custGeom>
                <a:avLst/>
                <a:gdLst>
                  <a:gd name="csX0" fmla="*/ 0 w 1287735"/>
                  <a:gd name="csY0" fmla="*/ 887565 h 887564"/>
                  <a:gd name="csX1" fmla="*/ 143034 w 1287735"/>
                  <a:gd name="csY1" fmla="*/ 887565 h 887564"/>
                  <a:gd name="csX2" fmla="*/ 286176 w 1287735"/>
                  <a:gd name="csY2" fmla="*/ 864787 h 887564"/>
                  <a:gd name="csX3" fmla="*/ 429209 w 1287735"/>
                  <a:gd name="csY3" fmla="*/ 790950 h 887564"/>
                  <a:gd name="csX4" fmla="*/ 572351 w 1287735"/>
                  <a:gd name="csY4" fmla="*/ 644785 h 887564"/>
                  <a:gd name="csX5" fmla="*/ 715385 w 1287735"/>
                  <a:gd name="csY5" fmla="*/ 409886 h 887564"/>
                  <a:gd name="csX6" fmla="*/ 858527 w 1287735"/>
                  <a:gd name="csY6" fmla="*/ 290062 h 887564"/>
                  <a:gd name="csX7" fmla="*/ 1001560 w 1287735"/>
                  <a:gd name="csY7" fmla="*/ 108166 h 887564"/>
                  <a:gd name="csX8" fmla="*/ 1144702 w 1287735"/>
                  <a:gd name="csY8" fmla="*/ 10039 h 887564"/>
                  <a:gd name="csX9" fmla="*/ 1287735 w 1287735"/>
                  <a:gd name="csY9" fmla="*/ 0 h 8875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87735" h="887564">
                    <a:moveTo>
                      <a:pt x="0" y="887565"/>
                    </a:moveTo>
                    <a:lnTo>
                      <a:pt x="143034" y="887565"/>
                    </a:lnTo>
                    <a:lnTo>
                      <a:pt x="286176" y="864787"/>
                    </a:lnTo>
                    <a:lnTo>
                      <a:pt x="429209" y="790950"/>
                    </a:lnTo>
                    <a:lnTo>
                      <a:pt x="572351" y="644785"/>
                    </a:lnTo>
                    <a:lnTo>
                      <a:pt x="715385" y="409886"/>
                    </a:lnTo>
                    <a:lnTo>
                      <a:pt x="858527" y="290062"/>
                    </a:lnTo>
                    <a:lnTo>
                      <a:pt x="1001560" y="108166"/>
                    </a:lnTo>
                    <a:lnTo>
                      <a:pt x="1144702" y="10039"/>
                    </a:lnTo>
                    <a:lnTo>
                      <a:pt x="1287735" y="0"/>
                    </a:lnTo>
                  </a:path>
                </a:pathLst>
              </a:custGeom>
              <a:noFill/>
              <a:ln w="22993" cap="flat">
                <a:solidFill>
                  <a:srgbClr val="FF0000"/>
                </a:solidFill>
                <a:custDash>
                  <a:ds d="853500" sp="8535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AB2A3ADF-B57A-68D7-BF7A-2B270E85EA96}"/>
                  </a:ext>
                </a:extLst>
              </p:cNvPr>
              <p:cNvSpPr/>
              <p:nvPr/>
            </p:nvSpPr>
            <p:spPr>
              <a:xfrm>
                <a:off x="6817763" y="1211066"/>
                <a:ext cx="1287735" cy="390239"/>
              </a:xfrm>
              <a:custGeom>
                <a:avLst/>
                <a:gdLst>
                  <a:gd name="csX0" fmla="*/ 0 w 1287735"/>
                  <a:gd name="csY0" fmla="*/ 390239 h 390239"/>
                  <a:gd name="csX1" fmla="*/ 143034 w 1287735"/>
                  <a:gd name="csY1" fmla="*/ 216332 h 390239"/>
                  <a:gd name="csX2" fmla="*/ 286176 w 1287735"/>
                  <a:gd name="csY2" fmla="*/ 170885 h 390239"/>
                  <a:gd name="csX3" fmla="*/ 429209 w 1287735"/>
                  <a:gd name="csY3" fmla="*/ 77508 h 390239"/>
                  <a:gd name="csX4" fmla="*/ 572351 w 1287735"/>
                  <a:gd name="csY4" fmla="*/ 71463 h 390239"/>
                  <a:gd name="csX5" fmla="*/ 715385 w 1287735"/>
                  <a:gd name="csY5" fmla="*/ 68008 h 390239"/>
                  <a:gd name="csX6" fmla="*/ 858527 w 1287735"/>
                  <a:gd name="csY6" fmla="*/ 4858 h 390239"/>
                  <a:gd name="csX7" fmla="*/ 1001560 w 1287735"/>
                  <a:gd name="csY7" fmla="*/ 25692 h 390239"/>
                  <a:gd name="csX8" fmla="*/ 1144702 w 1287735"/>
                  <a:gd name="csY8" fmla="*/ 10471 h 390239"/>
                  <a:gd name="csX9" fmla="*/ 1287735 w 1287735"/>
                  <a:gd name="csY9" fmla="*/ 0 h 3902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87735" h="390239">
                    <a:moveTo>
                      <a:pt x="0" y="390239"/>
                    </a:moveTo>
                    <a:lnTo>
                      <a:pt x="143034" y="216332"/>
                    </a:lnTo>
                    <a:lnTo>
                      <a:pt x="286176" y="170885"/>
                    </a:lnTo>
                    <a:lnTo>
                      <a:pt x="429209" y="77508"/>
                    </a:lnTo>
                    <a:lnTo>
                      <a:pt x="572351" y="71463"/>
                    </a:lnTo>
                    <a:lnTo>
                      <a:pt x="715385" y="68008"/>
                    </a:lnTo>
                    <a:lnTo>
                      <a:pt x="858527" y="4858"/>
                    </a:lnTo>
                    <a:lnTo>
                      <a:pt x="1001560" y="25692"/>
                    </a:lnTo>
                    <a:lnTo>
                      <a:pt x="1144702" y="10471"/>
                    </a:lnTo>
                    <a:lnTo>
                      <a:pt x="1287735" y="0"/>
                    </a:lnTo>
                  </a:path>
                </a:pathLst>
              </a:custGeom>
              <a:noFill/>
              <a:ln w="22993" cap="flat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DB316AB9-196D-53E0-4ACE-89E8EB7358F9}"/>
                  </a:ext>
                </a:extLst>
              </p:cNvPr>
              <p:cNvSpPr/>
              <p:nvPr/>
            </p:nvSpPr>
            <p:spPr>
              <a:xfrm>
                <a:off x="6790883" y="1574426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915F58C0-5067-739F-D1C2-9F48D8D7F395}"/>
                  </a:ext>
                </a:extLst>
              </p:cNvPr>
              <p:cNvSpPr/>
              <p:nvPr/>
            </p:nvSpPr>
            <p:spPr>
              <a:xfrm>
                <a:off x="6790883" y="2315071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3110BED-76B1-D1FA-032C-59C917B9F785}"/>
                  </a:ext>
                </a:extLst>
              </p:cNvPr>
              <p:cNvSpPr/>
              <p:nvPr/>
            </p:nvSpPr>
            <p:spPr>
              <a:xfrm>
                <a:off x="6933917" y="1400519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72D3DE1A-E7E1-BEF2-8595-501F50DD5789}"/>
                  </a:ext>
                </a:extLst>
              </p:cNvPr>
              <p:cNvSpPr/>
              <p:nvPr/>
            </p:nvSpPr>
            <p:spPr>
              <a:xfrm>
                <a:off x="6933917" y="2315071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9E8DE704-8575-3BD6-C055-BAE77732FAC4}"/>
                  </a:ext>
                </a:extLst>
              </p:cNvPr>
              <p:cNvSpPr/>
              <p:nvPr/>
            </p:nvSpPr>
            <p:spPr>
              <a:xfrm>
                <a:off x="7077059" y="1355072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51E88C94-152E-6AA7-7BC1-246D92AE59C2}"/>
                  </a:ext>
                </a:extLst>
              </p:cNvPr>
              <p:cNvSpPr/>
              <p:nvPr/>
            </p:nvSpPr>
            <p:spPr>
              <a:xfrm>
                <a:off x="7077059" y="2292294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B5953B25-21C7-6370-3449-49C01983BDFD}"/>
                  </a:ext>
                </a:extLst>
              </p:cNvPr>
              <p:cNvSpPr/>
              <p:nvPr/>
            </p:nvSpPr>
            <p:spPr>
              <a:xfrm>
                <a:off x="7220092" y="1261695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66C3C870-550A-C32C-50AB-864F543DFDB6}"/>
                  </a:ext>
                </a:extLst>
              </p:cNvPr>
              <p:cNvSpPr/>
              <p:nvPr/>
            </p:nvSpPr>
            <p:spPr>
              <a:xfrm>
                <a:off x="7220092" y="2218456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80507477-9BD1-E040-DF3C-079A16CD2CE1}"/>
                  </a:ext>
                </a:extLst>
              </p:cNvPr>
              <p:cNvSpPr/>
              <p:nvPr/>
            </p:nvSpPr>
            <p:spPr>
              <a:xfrm>
                <a:off x="7363234" y="1255650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FC61D8DC-A533-D8E1-34D4-E550D7FB4B04}"/>
                  </a:ext>
                </a:extLst>
              </p:cNvPr>
              <p:cNvSpPr/>
              <p:nvPr/>
            </p:nvSpPr>
            <p:spPr>
              <a:xfrm>
                <a:off x="7363234" y="2072292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BF9CE1E9-B593-525A-F8F6-7F131D1DB9DD}"/>
                  </a:ext>
                </a:extLst>
              </p:cNvPr>
              <p:cNvSpPr/>
              <p:nvPr/>
            </p:nvSpPr>
            <p:spPr>
              <a:xfrm>
                <a:off x="7506268" y="1252195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680BB6FB-78E3-32DD-2BAC-EC7D6A6DF432}"/>
                  </a:ext>
                </a:extLst>
              </p:cNvPr>
              <p:cNvSpPr/>
              <p:nvPr/>
            </p:nvSpPr>
            <p:spPr>
              <a:xfrm>
                <a:off x="7506268" y="1837392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53139A49-CEEA-CA9A-8055-CEEA14E222A0}"/>
                  </a:ext>
                </a:extLst>
              </p:cNvPr>
              <p:cNvSpPr/>
              <p:nvPr/>
            </p:nvSpPr>
            <p:spPr>
              <a:xfrm>
                <a:off x="7649410" y="1189045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B91FEB79-609A-E376-036B-F16B86F92346}"/>
                  </a:ext>
                </a:extLst>
              </p:cNvPr>
              <p:cNvSpPr/>
              <p:nvPr/>
            </p:nvSpPr>
            <p:spPr>
              <a:xfrm>
                <a:off x="7649410" y="1717568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7CBFD312-6D25-A37E-A886-A74C8F66F5A0}"/>
                  </a:ext>
                </a:extLst>
              </p:cNvPr>
              <p:cNvSpPr/>
              <p:nvPr/>
            </p:nvSpPr>
            <p:spPr>
              <a:xfrm>
                <a:off x="7792443" y="1209879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470EE6E5-10BD-7CF8-8AD0-71CD69313EE5}"/>
                  </a:ext>
                </a:extLst>
              </p:cNvPr>
              <p:cNvSpPr/>
              <p:nvPr/>
            </p:nvSpPr>
            <p:spPr>
              <a:xfrm>
                <a:off x="7792443" y="1535672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06110948-7478-3AAE-6306-C93DBFCD429B}"/>
                  </a:ext>
                </a:extLst>
              </p:cNvPr>
              <p:cNvSpPr/>
              <p:nvPr/>
            </p:nvSpPr>
            <p:spPr>
              <a:xfrm>
                <a:off x="7935585" y="1194658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AD918C81-3A1E-7E6D-4299-5CEE0915ABD7}"/>
                  </a:ext>
                </a:extLst>
              </p:cNvPr>
              <p:cNvSpPr/>
              <p:nvPr/>
            </p:nvSpPr>
            <p:spPr>
              <a:xfrm>
                <a:off x="7935585" y="1437546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6BBCA0E0-179E-749E-349D-D6CA3ECB40EE}"/>
                  </a:ext>
                </a:extLst>
              </p:cNvPr>
              <p:cNvSpPr/>
              <p:nvPr/>
            </p:nvSpPr>
            <p:spPr>
              <a:xfrm>
                <a:off x="8078619" y="1184187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3C71E6A7-AC6F-9188-1477-59A26DB347F2}"/>
                  </a:ext>
                </a:extLst>
              </p:cNvPr>
              <p:cNvSpPr/>
              <p:nvPr/>
            </p:nvSpPr>
            <p:spPr>
              <a:xfrm>
                <a:off x="8078619" y="1427506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1B94CBCC-2FAF-03AD-A825-E9D8F2A8D4DC}"/>
                  </a:ext>
                </a:extLst>
              </p:cNvPr>
              <p:cNvSpPr/>
              <p:nvPr/>
            </p:nvSpPr>
            <p:spPr>
              <a:xfrm>
                <a:off x="6753317" y="1115531"/>
                <a:ext cx="1416519" cy="1284820"/>
              </a:xfrm>
              <a:prstGeom prst="rect">
                <a:avLst/>
              </a:prstGeom>
              <a:noFill/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30" name="Group 629">
              <a:extLst>
                <a:ext uri="{FF2B5EF4-FFF2-40B4-BE49-F238E27FC236}">
                  <a16:creationId xmlns:a16="http://schemas.microsoft.com/office/drawing/2014/main" id="{ACC60602-B360-BCC8-CCE6-CA3A3F26C3E8}"/>
                </a:ext>
              </a:extLst>
            </p:cNvPr>
            <p:cNvGrpSpPr/>
            <p:nvPr/>
          </p:nvGrpSpPr>
          <p:grpSpPr>
            <a:xfrm>
              <a:off x="8229101" y="1115531"/>
              <a:ext cx="1416520" cy="1284820"/>
              <a:chOff x="8229101" y="1115531"/>
              <a:chExt cx="1416520" cy="1284820"/>
            </a:xfrm>
          </p:grpSpPr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12E87F41-1124-21DA-71E0-F2679D779CE5}"/>
                  </a:ext>
                </a:extLst>
              </p:cNvPr>
              <p:cNvSpPr/>
              <p:nvPr/>
            </p:nvSpPr>
            <p:spPr>
              <a:xfrm>
                <a:off x="8229101" y="1115531"/>
                <a:ext cx="1416519" cy="1284820"/>
              </a:xfrm>
              <a:prstGeom prst="rect">
                <a:avLst/>
              </a:prstGeom>
              <a:solidFill>
                <a:srgbClr val="FFFFFF"/>
              </a:solidFill>
              <a:ln w="11551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228B1C5E-1C86-C976-F30F-9F21EE555C61}"/>
                  </a:ext>
                </a:extLst>
              </p:cNvPr>
              <p:cNvSpPr/>
              <p:nvPr/>
            </p:nvSpPr>
            <p:spPr>
              <a:xfrm>
                <a:off x="8229101" y="2154333"/>
                <a:ext cx="1416520" cy="10795"/>
              </a:xfrm>
              <a:custGeom>
                <a:avLst/>
                <a:gdLst>
                  <a:gd name="csX0" fmla="*/ 0 w 1416520"/>
                  <a:gd name="csY0" fmla="*/ 0 h 10795"/>
                  <a:gd name="csX1" fmla="*/ 1416520 w 141652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20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F4E0AEC2-F1C9-DCEC-A5AF-5A815C46F787}"/>
                  </a:ext>
                </a:extLst>
              </p:cNvPr>
              <p:cNvSpPr/>
              <p:nvPr/>
            </p:nvSpPr>
            <p:spPr>
              <a:xfrm>
                <a:off x="8229101" y="1779099"/>
                <a:ext cx="1416520" cy="10795"/>
              </a:xfrm>
              <a:custGeom>
                <a:avLst/>
                <a:gdLst>
                  <a:gd name="csX0" fmla="*/ 0 w 1416520"/>
                  <a:gd name="csY0" fmla="*/ 0 h 10795"/>
                  <a:gd name="csX1" fmla="*/ 1416520 w 141652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20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E4629D5F-56FB-EF12-11F7-0CF1F1B7A276}"/>
                  </a:ext>
                </a:extLst>
              </p:cNvPr>
              <p:cNvSpPr/>
              <p:nvPr/>
            </p:nvSpPr>
            <p:spPr>
              <a:xfrm>
                <a:off x="8229101" y="1403865"/>
                <a:ext cx="1416520" cy="10795"/>
              </a:xfrm>
              <a:custGeom>
                <a:avLst/>
                <a:gdLst>
                  <a:gd name="csX0" fmla="*/ 0 w 1416520"/>
                  <a:gd name="csY0" fmla="*/ 0 h 10795"/>
                  <a:gd name="csX1" fmla="*/ 1416520 w 141652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20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236879E7-0343-11EE-D482-DB588DE72228}"/>
                  </a:ext>
                </a:extLst>
              </p:cNvPr>
              <p:cNvSpPr/>
              <p:nvPr/>
            </p:nvSpPr>
            <p:spPr>
              <a:xfrm>
                <a:off x="8293439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BC3D8003-7C6C-2749-ED25-63684E06577C}"/>
                  </a:ext>
                </a:extLst>
              </p:cNvPr>
              <p:cNvSpPr/>
              <p:nvPr/>
            </p:nvSpPr>
            <p:spPr>
              <a:xfrm>
                <a:off x="8579615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DC5A47C4-64D9-7663-47CD-FF24036C0C7C}"/>
                  </a:ext>
                </a:extLst>
              </p:cNvPr>
              <p:cNvSpPr/>
              <p:nvPr/>
            </p:nvSpPr>
            <p:spPr>
              <a:xfrm>
                <a:off x="8865790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F88DBE42-3D23-190F-FC8E-F70C6B8255A1}"/>
                  </a:ext>
                </a:extLst>
              </p:cNvPr>
              <p:cNvSpPr/>
              <p:nvPr/>
            </p:nvSpPr>
            <p:spPr>
              <a:xfrm>
                <a:off x="9151965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DC1655F5-EBA2-A556-242B-942CCBAC5185}"/>
                  </a:ext>
                </a:extLst>
              </p:cNvPr>
              <p:cNvSpPr/>
              <p:nvPr/>
            </p:nvSpPr>
            <p:spPr>
              <a:xfrm>
                <a:off x="9438141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3881B39E-8051-8202-93CC-561651E30867}"/>
                  </a:ext>
                </a:extLst>
              </p:cNvPr>
              <p:cNvSpPr/>
              <p:nvPr/>
            </p:nvSpPr>
            <p:spPr>
              <a:xfrm>
                <a:off x="8229101" y="2341951"/>
                <a:ext cx="1416520" cy="10795"/>
              </a:xfrm>
              <a:custGeom>
                <a:avLst/>
                <a:gdLst>
                  <a:gd name="csX0" fmla="*/ 0 w 1416520"/>
                  <a:gd name="csY0" fmla="*/ 0 h 10795"/>
                  <a:gd name="csX1" fmla="*/ 1416520 w 141652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20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7191A124-9E6A-0EE7-3871-B08983265198}"/>
                  </a:ext>
                </a:extLst>
              </p:cNvPr>
              <p:cNvSpPr/>
              <p:nvPr/>
            </p:nvSpPr>
            <p:spPr>
              <a:xfrm>
                <a:off x="8229101" y="1966716"/>
                <a:ext cx="1416520" cy="10795"/>
              </a:xfrm>
              <a:custGeom>
                <a:avLst/>
                <a:gdLst>
                  <a:gd name="csX0" fmla="*/ 0 w 1416520"/>
                  <a:gd name="csY0" fmla="*/ 0 h 10795"/>
                  <a:gd name="csX1" fmla="*/ 1416520 w 141652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20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972BA170-5585-7A1E-03DA-CBBEDF100906}"/>
                  </a:ext>
                </a:extLst>
              </p:cNvPr>
              <p:cNvSpPr/>
              <p:nvPr/>
            </p:nvSpPr>
            <p:spPr>
              <a:xfrm>
                <a:off x="8229101" y="1591482"/>
                <a:ext cx="1416520" cy="10795"/>
              </a:xfrm>
              <a:custGeom>
                <a:avLst/>
                <a:gdLst>
                  <a:gd name="csX0" fmla="*/ 0 w 1416520"/>
                  <a:gd name="csY0" fmla="*/ 0 h 10795"/>
                  <a:gd name="csX1" fmla="*/ 1416520 w 141652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20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8AECE25E-A5E1-3E48-FC32-E9D9DFB102E3}"/>
                  </a:ext>
                </a:extLst>
              </p:cNvPr>
              <p:cNvSpPr/>
              <p:nvPr/>
            </p:nvSpPr>
            <p:spPr>
              <a:xfrm>
                <a:off x="8229101" y="1216248"/>
                <a:ext cx="1416520" cy="10795"/>
              </a:xfrm>
              <a:custGeom>
                <a:avLst/>
                <a:gdLst>
                  <a:gd name="csX0" fmla="*/ 0 w 1416520"/>
                  <a:gd name="csY0" fmla="*/ 0 h 10795"/>
                  <a:gd name="csX1" fmla="*/ 1416520 w 141652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6520" h="10795">
                    <a:moveTo>
                      <a:pt x="0" y="0"/>
                    </a:moveTo>
                    <a:lnTo>
                      <a:pt x="141652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74FE6998-14C5-452C-8F7D-D5606901748A}"/>
                  </a:ext>
                </a:extLst>
              </p:cNvPr>
              <p:cNvSpPr/>
              <p:nvPr/>
            </p:nvSpPr>
            <p:spPr>
              <a:xfrm>
                <a:off x="8436581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id="{8F6384CB-8367-817C-0E87-BEB285FB37EB}"/>
                  </a:ext>
                </a:extLst>
              </p:cNvPr>
              <p:cNvSpPr/>
              <p:nvPr/>
            </p:nvSpPr>
            <p:spPr>
              <a:xfrm>
                <a:off x="8722757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65FBE400-1B51-9B73-D261-4E0F1B8687A7}"/>
                  </a:ext>
                </a:extLst>
              </p:cNvPr>
              <p:cNvSpPr/>
              <p:nvPr/>
            </p:nvSpPr>
            <p:spPr>
              <a:xfrm>
                <a:off x="9008932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0E13D79C-2DF1-558C-39DE-13E57D48D9C8}"/>
                  </a:ext>
                </a:extLst>
              </p:cNvPr>
              <p:cNvSpPr/>
              <p:nvPr/>
            </p:nvSpPr>
            <p:spPr>
              <a:xfrm>
                <a:off x="9295107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CE1C416A-144C-F43E-240B-1874FE5C89EB}"/>
                  </a:ext>
                </a:extLst>
              </p:cNvPr>
              <p:cNvSpPr/>
              <p:nvPr/>
            </p:nvSpPr>
            <p:spPr>
              <a:xfrm>
                <a:off x="9581283" y="1115531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21B7615A-9B3F-B618-4894-66D82BE93632}"/>
                  </a:ext>
                </a:extLst>
              </p:cNvPr>
              <p:cNvSpPr/>
              <p:nvPr/>
            </p:nvSpPr>
            <p:spPr>
              <a:xfrm>
                <a:off x="8293439" y="1407643"/>
                <a:ext cx="1287843" cy="934307"/>
              </a:xfrm>
              <a:custGeom>
                <a:avLst/>
                <a:gdLst>
                  <a:gd name="csX0" fmla="*/ 0 w 1287843"/>
                  <a:gd name="csY0" fmla="*/ 934307 h 934307"/>
                  <a:gd name="csX1" fmla="*/ 143142 w 1287843"/>
                  <a:gd name="csY1" fmla="*/ 934307 h 934307"/>
                  <a:gd name="csX2" fmla="*/ 286176 w 1287843"/>
                  <a:gd name="csY2" fmla="*/ 934307 h 934307"/>
                  <a:gd name="csX3" fmla="*/ 429317 w 1287843"/>
                  <a:gd name="csY3" fmla="*/ 837368 h 934307"/>
                  <a:gd name="csX4" fmla="*/ 572351 w 1287843"/>
                  <a:gd name="csY4" fmla="*/ 592969 h 934307"/>
                  <a:gd name="csX5" fmla="*/ 715492 w 1287843"/>
                  <a:gd name="csY5" fmla="*/ 392182 h 934307"/>
                  <a:gd name="csX6" fmla="*/ 858526 w 1287843"/>
                  <a:gd name="csY6" fmla="*/ 198412 h 934307"/>
                  <a:gd name="csX7" fmla="*/ 1001668 w 1287843"/>
                  <a:gd name="csY7" fmla="*/ 69412 h 934307"/>
                  <a:gd name="csX8" fmla="*/ 1144702 w 1287843"/>
                  <a:gd name="csY8" fmla="*/ 11551 h 934307"/>
                  <a:gd name="csX9" fmla="*/ 1287843 w 1287843"/>
                  <a:gd name="csY9" fmla="*/ 0 h 9343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87843" h="934307">
                    <a:moveTo>
                      <a:pt x="0" y="934307"/>
                    </a:moveTo>
                    <a:lnTo>
                      <a:pt x="143142" y="934307"/>
                    </a:lnTo>
                    <a:lnTo>
                      <a:pt x="286176" y="934307"/>
                    </a:lnTo>
                    <a:lnTo>
                      <a:pt x="429317" y="837368"/>
                    </a:lnTo>
                    <a:lnTo>
                      <a:pt x="572351" y="592969"/>
                    </a:lnTo>
                    <a:lnTo>
                      <a:pt x="715492" y="392182"/>
                    </a:lnTo>
                    <a:lnTo>
                      <a:pt x="858526" y="198412"/>
                    </a:lnTo>
                    <a:lnTo>
                      <a:pt x="1001668" y="69412"/>
                    </a:lnTo>
                    <a:lnTo>
                      <a:pt x="1144702" y="11551"/>
                    </a:lnTo>
                    <a:lnTo>
                      <a:pt x="1287843" y="0"/>
                    </a:lnTo>
                  </a:path>
                </a:pathLst>
              </a:custGeom>
              <a:noFill/>
              <a:ln w="22993" cap="flat">
                <a:solidFill>
                  <a:srgbClr val="FF0000"/>
                </a:solidFill>
                <a:custDash>
                  <a:ds d="853500" sp="8535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72DAA436-227C-04BA-FAF8-6D3D517903D3}"/>
                  </a:ext>
                </a:extLst>
              </p:cNvPr>
              <p:cNvSpPr/>
              <p:nvPr/>
            </p:nvSpPr>
            <p:spPr>
              <a:xfrm>
                <a:off x="8293439" y="1173932"/>
                <a:ext cx="1287843" cy="403301"/>
              </a:xfrm>
              <a:custGeom>
                <a:avLst/>
                <a:gdLst>
                  <a:gd name="csX0" fmla="*/ 0 w 1287843"/>
                  <a:gd name="csY0" fmla="*/ 403301 h 403301"/>
                  <a:gd name="csX1" fmla="*/ 143142 w 1287843"/>
                  <a:gd name="csY1" fmla="*/ 241700 h 403301"/>
                  <a:gd name="csX2" fmla="*/ 286176 w 1287843"/>
                  <a:gd name="csY2" fmla="*/ 129432 h 403301"/>
                  <a:gd name="csX3" fmla="*/ 429317 w 1287843"/>
                  <a:gd name="csY3" fmla="*/ 114643 h 403301"/>
                  <a:gd name="csX4" fmla="*/ 572351 w 1287843"/>
                  <a:gd name="csY4" fmla="*/ 82906 h 403301"/>
                  <a:gd name="csX5" fmla="*/ 715492 w 1287843"/>
                  <a:gd name="csY5" fmla="*/ 33896 h 403301"/>
                  <a:gd name="csX6" fmla="*/ 858526 w 1287843"/>
                  <a:gd name="csY6" fmla="*/ 27095 h 403301"/>
                  <a:gd name="csX7" fmla="*/ 1001668 w 1287843"/>
                  <a:gd name="csY7" fmla="*/ 11335 h 403301"/>
                  <a:gd name="csX8" fmla="*/ 1144702 w 1287843"/>
                  <a:gd name="csY8" fmla="*/ 0 h 403301"/>
                  <a:gd name="csX9" fmla="*/ 1287843 w 1287843"/>
                  <a:gd name="csY9" fmla="*/ 3238 h 4033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87843" h="403301">
                    <a:moveTo>
                      <a:pt x="0" y="403301"/>
                    </a:moveTo>
                    <a:lnTo>
                      <a:pt x="143142" y="241700"/>
                    </a:lnTo>
                    <a:lnTo>
                      <a:pt x="286176" y="129432"/>
                    </a:lnTo>
                    <a:lnTo>
                      <a:pt x="429317" y="114643"/>
                    </a:lnTo>
                    <a:lnTo>
                      <a:pt x="572351" y="82906"/>
                    </a:lnTo>
                    <a:lnTo>
                      <a:pt x="715492" y="33896"/>
                    </a:lnTo>
                    <a:lnTo>
                      <a:pt x="858526" y="27095"/>
                    </a:lnTo>
                    <a:lnTo>
                      <a:pt x="1001668" y="11335"/>
                    </a:lnTo>
                    <a:lnTo>
                      <a:pt x="1144702" y="0"/>
                    </a:lnTo>
                    <a:lnTo>
                      <a:pt x="1287843" y="3238"/>
                    </a:lnTo>
                  </a:path>
                </a:pathLst>
              </a:custGeom>
              <a:noFill/>
              <a:ln w="22993" cap="flat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27CA09C8-4D25-C2CE-5657-9825402CB634}"/>
                  </a:ext>
                </a:extLst>
              </p:cNvPr>
              <p:cNvSpPr/>
              <p:nvPr/>
            </p:nvSpPr>
            <p:spPr>
              <a:xfrm>
                <a:off x="8266560" y="1550353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DA82387E-63C8-FE57-D44E-A808F9F7DEEA}"/>
                  </a:ext>
                </a:extLst>
              </p:cNvPr>
              <p:cNvSpPr/>
              <p:nvPr/>
            </p:nvSpPr>
            <p:spPr>
              <a:xfrm>
                <a:off x="8266560" y="2315071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7790D074-68FA-D65A-3C76-A84C6A7237C2}"/>
                  </a:ext>
                </a:extLst>
              </p:cNvPr>
              <p:cNvSpPr/>
              <p:nvPr/>
            </p:nvSpPr>
            <p:spPr>
              <a:xfrm>
                <a:off x="8409701" y="1388752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4775153E-072D-161D-4F47-AFC6FF768301}"/>
                  </a:ext>
                </a:extLst>
              </p:cNvPr>
              <p:cNvSpPr/>
              <p:nvPr/>
            </p:nvSpPr>
            <p:spPr>
              <a:xfrm>
                <a:off x="8409701" y="2315071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F8666044-EFE8-664A-5F98-A8F11AEF4E8F}"/>
                  </a:ext>
                </a:extLst>
              </p:cNvPr>
              <p:cNvSpPr/>
              <p:nvPr/>
            </p:nvSpPr>
            <p:spPr>
              <a:xfrm>
                <a:off x="8552735" y="1276484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132C5DE9-047A-7533-6E56-2DAC22BC3C1D}"/>
                  </a:ext>
                </a:extLst>
              </p:cNvPr>
              <p:cNvSpPr/>
              <p:nvPr/>
            </p:nvSpPr>
            <p:spPr>
              <a:xfrm>
                <a:off x="8552735" y="2315071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6541411B-0EF1-5A5B-5CFD-76941C6EA367}"/>
                  </a:ext>
                </a:extLst>
              </p:cNvPr>
              <p:cNvSpPr/>
              <p:nvPr/>
            </p:nvSpPr>
            <p:spPr>
              <a:xfrm>
                <a:off x="8695877" y="1261695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4A311108-DABB-4989-1425-3C7FCAA4FC74}"/>
                  </a:ext>
                </a:extLst>
              </p:cNvPr>
              <p:cNvSpPr/>
              <p:nvPr/>
            </p:nvSpPr>
            <p:spPr>
              <a:xfrm>
                <a:off x="8695877" y="2218132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09F105EA-4243-FA3B-50AA-68A95DFC4EF6}"/>
                  </a:ext>
                </a:extLst>
              </p:cNvPr>
              <p:cNvSpPr/>
              <p:nvPr/>
            </p:nvSpPr>
            <p:spPr>
              <a:xfrm>
                <a:off x="8838911" y="1229958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B96F3223-F9D7-8EB4-91A9-D1D7835EAD68}"/>
                  </a:ext>
                </a:extLst>
              </p:cNvPr>
              <p:cNvSpPr/>
              <p:nvPr/>
            </p:nvSpPr>
            <p:spPr>
              <a:xfrm>
                <a:off x="8838911" y="1973733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631EEED0-7F61-3FFC-2132-60DE32C29E7E}"/>
                  </a:ext>
                </a:extLst>
              </p:cNvPr>
              <p:cNvSpPr/>
              <p:nvPr/>
            </p:nvSpPr>
            <p:spPr>
              <a:xfrm>
                <a:off x="8982052" y="1180948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90BE2A05-038D-FFA8-9717-89F3B1594E6C}"/>
                  </a:ext>
                </a:extLst>
              </p:cNvPr>
              <p:cNvSpPr/>
              <p:nvPr/>
            </p:nvSpPr>
            <p:spPr>
              <a:xfrm>
                <a:off x="8982052" y="1772946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D54DF6B0-CE50-DCC7-E746-6106F7F664F2}"/>
                  </a:ext>
                </a:extLst>
              </p:cNvPr>
              <p:cNvSpPr/>
              <p:nvPr/>
            </p:nvSpPr>
            <p:spPr>
              <a:xfrm>
                <a:off x="9125086" y="1174148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02C2BF6A-5948-FE0D-CD50-0CC5E5F1AB1C}"/>
                  </a:ext>
                </a:extLst>
              </p:cNvPr>
              <p:cNvSpPr/>
              <p:nvPr/>
            </p:nvSpPr>
            <p:spPr>
              <a:xfrm>
                <a:off x="9125086" y="1579176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8198DE80-FF90-304C-6371-0C24034570AF}"/>
                  </a:ext>
                </a:extLst>
              </p:cNvPr>
              <p:cNvSpPr/>
              <p:nvPr/>
            </p:nvSpPr>
            <p:spPr>
              <a:xfrm>
                <a:off x="9268228" y="1158387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8896B221-7C12-91E3-3CEA-B099B0A6C813}"/>
                  </a:ext>
                </a:extLst>
              </p:cNvPr>
              <p:cNvSpPr/>
              <p:nvPr/>
            </p:nvSpPr>
            <p:spPr>
              <a:xfrm>
                <a:off x="9268228" y="1450176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D7EF3AD0-B987-3994-DDDF-AFB8A381F102}"/>
                  </a:ext>
                </a:extLst>
              </p:cNvPr>
              <p:cNvSpPr/>
              <p:nvPr/>
            </p:nvSpPr>
            <p:spPr>
              <a:xfrm>
                <a:off x="9411261" y="1147052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CF92BB99-4F95-2185-3964-9615B6C0A206}"/>
                  </a:ext>
                </a:extLst>
              </p:cNvPr>
              <p:cNvSpPr/>
              <p:nvPr/>
            </p:nvSpPr>
            <p:spPr>
              <a:xfrm>
                <a:off x="9411261" y="1392315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4E5796F5-A3BF-09BA-0488-589EAAF58E23}"/>
                  </a:ext>
                </a:extLst>
              </p:cNvPr>
              <p:cNvSpPr/>
              <p:nvPr/>
            </p:nvSpPr>
            <p:spPr>
              <a:xfrm>
                <a:off x="9554403" y="1150291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79321E82-D3E8-6FE5-30D3-F8FAE264D08D}"/>
                  </a:ext>
                </a:extLst>
              </p:cNvPr>
              <p:cNvSpPr/>
              <p:nvPr/>
            </p:nvSpPr>
            <p:spPr>
              <a:xfrm>
                <a:off x="9554403" y="1380764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3FC7E67E-297C-6FD9-DB8A-5224732F813C}"/>
                  </a:ext>
                </a:extLst>
              </p:cNvPr>
              <p:cNvSpPr/>
              <p:nvPr/>
            </p:nvSpPr>
            <p:spPr>
              <a:xfrm>
                <a:off x="8229101" y="1115531"/>
                <a:ext cx="1416519" cy="1284820"/>
              </a:xfrm>
              <a:prstGeom prst="rect">
                <a:avLst/>
              </a:prstGeom>
              <a:noFill/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29" name="Group 628">
              <a:extLst>
                <a:ext uri="{FF2B5EF4-FFF2-40B4-BE49-F238E27FC236}">
                  <a16:creationId xmlns:a16="http://schemas.microsoft.com/office/drawing/2014/main" id="{16FE29F1-7701-8C02-7002-2674E25E5E4A}"/>
                </a:ext>
              </a:extLst>
            </p:cNvPr>
            <p:cNvGrpSpPr/>
            <p:nvPr/>
          </p:nvGrpSpPr>
          <p:grpSpPr>
            <a:xfrm>
              <a:off x="2326287" y="891658"/>
              <a:ext cx="1416519" cy="236160"/>
              <a:chOff x="2326287" y="891658"/>
              <a:chExt cx="1416519" cy="236160"/>
            </a:xfrm>
          </p:grpSpPr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2EC4DA7E-B7E7-999D-020B-D521B723737C}"/>
                  </a:ext>
                </a:extLst>
              </p:cNvPr>
              <p:cNvSpPr/>
              <p:nvPr/>
            </p:nvSpPr>
            <p:spPr>
              <a:xfrm>
                <a:off x="2326287" y="900926"/>
                <a:ext cx="1416519" cy="214604"/>
              </a:xfrm>
              <a:prstGeom prst="rect">
                <a:avLst/>
              </a:prstGeom>
              <a:solidFill>
                <a:srgbClr val="E5E5E5"/>
              </a:solidFill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49C81411-C695-033D-04E9-1E2217361C1A}"/>
                  </a:ext>
                </a:extLst>
              </p:cNvPr>
              <p:cNvSpPr txBox="1"/>
              <p:nvPr/>
            </p:nvSpPr>
            <p:spPr>
              <a:xfrm>
                <a:off x="2500312" y="891658"/>
                <a:ext cx="1068470" cy="236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1A1A1A"/>
                    </a:solidFill>
                    <a:latin typeface="Arial"/>
                    <a:cs typeface="Arial"/>
                    <a:sym typeface="Arial"/>
                    <a:rtl val="0"/>
                  </a:rPr>
                  <a:t>Task number: 4</a:t>
                </a:r>
              </a:p>
            </p:txBody>
          </p:sp>
        </p:grpSp>
        <p:grpSp>
          <p:nvGrpSpPr>
            <p:cNvPr id="628" name="Group 627">
              <a:extLst>
                <a:ext uri="{FF2B5EF4-FFF2-40B4-BE49-F238E27FC236}">
                  <a16:creationId xmlns:a16="http://schemas.microsoft.com/office/drawing/2014/main" id="{6E992F9E-085C-B1B9-4545-69A489CB3177}"/>
                </a:ext>
              </a:extLst>
            </p:cNvPr>
            <p:cNvGrpSpPr/>
            <p:nvPr/>
          </p:nvGrpSpPr>
          <p:grpSpPr>
            <a:xfrm>
              <a:off x="3801964" y="891658"/>
              <a:ext cx="1416519" cy="236160"/>
              <a:chOff x="3801964" y="891658"/>
              <a:chExt cx="1416519" cy="236160"/>
            </a:xfrm>
          </p:grpSpPr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355FA4D4-3E2B-7D34-DAF6-8C5CFBD0AA8D}"/>
                  </a:ext>
                </a:extLst>
              </p:cNvPr>
              <p:cNvSpPr/>
              <p:nvPr/>
            </p:nvSpPr>
            <p:spPr>
              <a:xfrm>
                <a:off x="3801964" y="900926"/>
                <a:ext cx="1416519" cy="214604"/>
              </a:xfrm>
              <a:prstGeom prst="rect">
                <a:avLst/>
              </a:prstGeom>
              <a:solidFill>
                <a:srgbClr val="E5E5E5"/>
              </a:solidFill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4B6F5E38-BF17-09F1-0955-6A70180BB25E}"/>
                  </a:ext>
                </a:extLst>
              </p:cNvPr>
              <p:cNvSpPr txBox="1"/>
              <p:nvPr/>
            </p:nvSpPr>
            <p:spPr>
              <a:xfrm>
                <a:off x="3975988" y="891658"/>
                <a:ext cx="1068470" cy="236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1A1A1A"/>
                    </a:solidFill>
                    <a:latin typeface="Arial"/>
                    <a:cs typeface="Arial"/>
                    <a:sym typeface="Arial"/>
                    <a:rtl val="0"/>
                  </a:rPr>
                  <a:t>Task number: 8</a:t>
                </a:r>
              </a:p>
            </p:txBody>
          </p:sp>
        </p:grpSp>
        <p:grpSp>
          <p:nvGrpSpPr>
            <p:cNvPr id="627" name="Group 626">
              <a:extLst>
                <a:ext uri="{FF2B5EF4-FFF2-40B4-BE49-F238E27FC236}">
                  <a16:creationId xmlns:a16="http://schemas.microsoft.com/office/drawing/2014/main" id="{1FE1495B-915F-33E8-DF73-C79B7E17903B}"/>
                </a:ext>
              </a:extLst>
            </p:cNvPr>
            <p:cNvGrpSpPr/>
            <p:nvPr/>
          </p:nvGrpSpPr>
          <p:grpSpPr>
            <a:xfrm>
              <a:off x="5277640" y="891658"/>
              <a:ext cx="1416519" cy="236160"/>
              <a:chOff x="5277640" y="891658"/>
              <a:chExt cx="1416519" cy="236160"/>
            </a:xfrm>
          </p:grpSpPr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CF6FE132-FBD1-E158-0C67-48651F39FDAB}"/>
                  </a:ext>
                </a:extLst>
              </p:cNvPr>
              <p:cNvSpPr/>
              <p:nvPr/>
            </p:nvSpPr>
            <p:spPr>
              <a:xfrm>
                <a:off x="5277640" y="900926"/>
                <a:ext cx="1416519" cy="214604"/>
              </a:xfrm>
              <a:prstGeom prst="rect">
                <a:avLst/>
              </a:prstGeom>
              <a:solidFill>
                <a:srgbClr val="E5E5E5"/>
              </a:solidFill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B40E40A3-94C2-F442-E832-3A055CA6EADE}"/>
                  </a:ext>
                </a:extLst>
              </p:cNvPr>
              <p:cNvSpPr txBox="1"/>
              <p:nvPr/>
            </p:nvSpPr>
            <p:spPr>
              <a:xfrm>
                <a:off x="5415643" y="891658"/>
                <a:ext cx="1140514" cy="236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1A1A1A"/>
                    </a:solidFill>
                    <a:latin typeface="Arial"/>
                    <a:cs typeface="Arial"/>
                    <a:sym typeface="Arial"/>
                    <a:rtl val="0"/>
                  </a:rPr>
                  <a:t>Task number: 12</a:t>
                </a:r>
              </a:p>
            </p:txBody>
          </p:sp>
        </p:grp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31FA2ECC-8AD7-BCCA-D0C2-AEBA429FBF29}"/>
                </a:ext>
              </a:extLst>
            </p:cNvPr>
            <p:cNvGrpSpPr/>
            <p:nvPr/>
          </p:nvGrpSpPr>
          <p:grpSpPr>
            <a:xfrm>
              <a:off x="6753317" y="891658"/>
              <a:ext cx="1416519" cy="236160"/>
              <a:chOff x="6753317" y="891658"/>
              <a:chExt cx="1416519" cy="236160"/>
            </a:xfrm>
          </p:grpSpPr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5915DD54-17D1-8F03-B23B-B13EEDC05F73}"/>
                  </a:ext>
                </a:extLst>
              </p:cNvPr>
              <p:cNvSpPr/>
              <p:nvPr/>
            </p:nvSpPr>
            <p:spPr>
              <a:xfrm>
                <a:off x="6753317" y="900926"/>
                <a:ext cx="1416519" cy="214604"/>
              </a:xfrm>
              <a:prstGeom prst="rect">
                <a:avLst/>
              </a:prstGeom>
              <a:solidFill>
                <a:srgbClr val="E5E5E5"/>
              </a:solidFill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8BDF7528-7DBC-36FF-FD5D-DFFE541A760B}"/>
                  </a:ext>
                </a:extLst>
              </p:cNvPr>
              <p:cNvSpPr txBox="1"/>
              <p:nvPr/>
            </p:nvSpPr>
            <p:spPr>
              <a:xfrm>
                <a:off x="6891427" y="891658"/>
                <a:ext cx="1140514" cy="236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1A1A1A"/>
                    </a:solidFill>
                    <a:latin typeface="Arial"/>
                    <a:cs typeface="Arial"/>
                    <a:sym typeface="Arial"/>
                    <a:rtl val="0"/>
                  </a:rPr>
                  <a:t>Task number: 16</a:t>
                </a:r>
              </a:p>
            </p:txBody>
          </p:sp>
        </p:grpSp>
        <p:grpSp>
          <p:nvGrpSpPr>
            <p:cNvPr id="625" name="Group 624">
              <a:extLst>
                <a:ext uri="{FF2B5EF4-FFF2-40B4-BE49-F238E27FC236}">
                  <a16:creationId xmlns:a16="http://schemas.microsoft.com/office/drawing/2014/main" id="{515D6A16-3D2F-94EF-B89B-E2868118E9DC}"/>
                </a:ext>
              </a:extLst>
            </p:cNvPr>
            <p:cNvGrpSpPr/>
            <p:nvPr/>
          </p:nvGrpSpPr>
          <p:grpSpPr>
            <a:xfrm>
              <a:off x="8229101" y="891658"/>
              <a:ext cx="1416519" cy="236160"/>
              <a:chOff x="8229101" y="891658"/>
              <a:chExt cx="1416519" cy="236160"/>
            </a:xfrm>
          </p:grpSpPr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5164D1F6-D24A-9DFB-B56B-C827CCCB3F61}"/>
                  </a:ext>
                </a:extLst>
              </p:cNvPr>
              <p:cNvSpPr/>
              <p:nvPr/>
            </p:nvSpPr>
            <p:spPr>
              <a:xfrm>
                <a:off x="8229101" y="900926"/>
                <a:ext cx="1416519" cy="214604"/>
              </a:xfrm>
              <a:prstGeom prst="rect">
                <a:avLst/>
              </a:prstGeom>
              <a:solidFill>
                <a:srgbClr val="E5E5E5"/>
              </a:solidFill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40D10FA8-D591-B77F-9E5D-684BA8F08928}"/>
                  </a:ext>
                </a:extLst>
              </p:cNvPr>
              <p:cNvSpPr txBox="1"/>
              <p:nvPr/>
            </p:nvSpPr>
            <p:spPr>
              <a:xfrm>
                <a:off x="8367103" y="891658"/>
                <a:ext cx="1140514" cy="236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1A1A1A"/>
                    </a:solidFill>
                    <a:latin typeface="Arial"/>
                    <a:cs typeface="Arial"/>
                    <a:sym typeface="Arial"/>
                    <a:rtl val="0"/>
                  </a:rPr>
                  <a:t>Task number: 20</a:t>
                </a:r>
              </a:p>
            </p:txBody>
          </p:sp>
        </p:grpSp>
        <p:grpSp>
          <p:nvGrpSpPr>
            <p:cNvPr id="624" name="Group 623">
              <a:extLst>
                <a:ext uri="{FF2B5EF4-FFF2-40B4-BE49-F238E27FC236}">
                  <a16:creationId xmlns:a16="http://schemas.microsoft.com/office/drawing/2014/main" id="{DFAAD732-9600-E02B-9DEF-278E1071357F}"/>
                </a:ext>
              </a:extLst>
            </p:cNvPr>
            <p:cNvGrpSpPr/>
            <p:nvPr/>
          </p:nvGrpSpPr>
          <p:grpSpPr>
            <a:xfrm>
              <a:off x="1699139" y="629845"/>
              <a:ext cx="8053611" cy="2164941"/>
              <a:chOff x="1699139" y="629845"/>
              <a:chExt cx="8053611" cy="2164941"/>
            </a:xfrm>
          </p:grpSpPr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50DDF2CE-D979-1F59-EF7E-2B29809F8725}"/>
                  </a:ext>
                </a:extLst>
              </p:cNvPr>
              <p:cNvSpPr txBox="1"/>
              <p:nvPr/>
            </p:nvSpPr>
            <p:spPr>
              <a:xfrm>
                <a:off x="2376298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0.1</a:t>
                </a:r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65929B9D-D322-B96B-40AA-D29AE03573E1}"/>
                  </a:ext>
                </a:extLst>
              </p:cNvPr>
              <p:cNvSpPr txBox="1"/>
              <p:nvPr/>
            </p:nvSpPr>
            <p:spPr>
              <a:xfrm>
                <a:off x="2662474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0.2</a:t>
                </a: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A03DBE19-43C5-FC8C-8A47-8772E99CB776}"/>
                  </a:ext>
                </a:extLst>
              </p:cNvPr>
              <p:cNvSpPr txBox="1"/>
              <p:nvPr/>
            </p:nvSpPr>
            <p:spPr>
              <a:xfrm>
                <a:off x="2948649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0.3</a:t>
                </a:r>
              </a:p>
            </p:txBody>
          </p: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EEF7A6B6-B9A5-E990-6DB2-00E930E7F88A}"/>
                  </a:ext>
                </a:extLst>
              </p:cNvPr>
              <p:cNvSpPr txBox="1"/>
              <p:nvPr/>
            </p:nvSpPr>
            <p:spPr>
              <a:xfrm>
                <a:off x="3234825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0.4</a:t>
                </a: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02A721BA-ACE6-ED8B-725C-2DC6FA557B5B}"/>
                  </a:ext>
                </a:extLst>
              </p:cNvPr>
              <p:cNvSpPr txBox="1"/>
              <p:nvPr/>
            </p:nvSpPr>
            <p:spPr>
              <a:xfrm>
                <a:off x="3520892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0.5</a:t>
                </a:r>
              </a:p>
            </p:txBody>
          </p:sp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CCDC61FE-C5FB-585B-D43A-3DB1A89852D3}"/>
                  </a:ext>
                </a:extLst>
              </p:cNvPr>
              <p:cNvSpPr txBox="1"/>
              <p:nvPr/>
            </p:nvSpPr>
            <p:spPr>
              <a:xfrm>
                <a:off x="3851975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0.1</a:t>
                </a:r>
              </a:p>
            </p:txBody>
          </p:sp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FF7F9307-11C0-8D73-B7A2-43A6200434F3}"/>
                  </a:ext>
                </a:extLst>
              </p:cNvPr>
              <p:cNvSpPr txBox="1"/>
              <p:nvPr/>
            </p:nvSpPr>
            <p:spPr>
              <a:xfrm>
                <a:off x="4138150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0.2</a:t>
                </a:r>
              </a:p>
            </p:txBody>
          </p:sp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DD4EB675-84DA-FDBA-A8AF-AACE391E943A}"/>
                  </a:ext>
                </a:extLst>
              </p:cNvPr>
              <p:cNvSpPr txBox="1"/>
              <p:nvPr/>
            </p:nvSpPr>
            <p:spPr>
              <a:xfrm>
                <a:off x="4424326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0.3</a:t>
                </a:r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8494DB83-AF31-205D-9C2F-4C7652935EA6}"/>
                  </a:ext>
                </a:extLst>
              </p:cNvPr>
              <p:cNvSpPr txBox="1"/>
              <p:nvPr/>
            </p:nvSpPr>
            <p:spPr>
              <a:xfrm>
                <a:off x="4710501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0.4</a:t>
                </a:r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EF8FD4E9-4F8B-28B9-79AE-85C69004C0BE}"/>
                  </a:ext>
                </a:extLst>
              </p:cNvPr>
              <p:cNvSpPr txBox="1"/>
              <p:nvPr/>
            </p:nvSpPr>
            <p:spPr>
              <a:xfrm>
                <a:off x="4996677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0.5</a:t>
                </a:r>
              </a:p>
            </p:txBody>
          </p:sp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65F0D395-973F-C6AE-0369-B81385C46C99}"/>
                  </a:ext>
                </a:extLst>
              </p:cNvPr>
              <p:cNvSpPr txBox="1"/>
              <p:nvPr/>
            </p:nvSpPr>
            <p:spPr>
              <a:xfrm>
                <a:off x="5327651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0.1</a:t>
                </a:r>
              </a:p>
            </p:txBody>
          </p:sp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4C3C1E66-E7A7-0B2A-F125-2FC11E11FA62}"/>
                  </a:ext>
                </a:extLst>
              </p:cNvPr>
              <p:cNvSpPr txBox="1"/>
              <p:nvPr/>
            </p:nvSpPr>
            <p:spPr>
              <a:xfrm>
                <a:off x="5613827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0.2</a:t>
                </a:r>
              </a:p>
            </p:txBody>
          </p:sp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C6CE0567-E7C4-B441-DA58-CC8CAA23B3DE}"/>
                  </a:ext>
                </a:extLst>
              </p:cNvPr>
              <p:cNvSpPr txBox="1"/>
              <p:nvPr/>
            </p:nvSpPr>
            <p:spPr>
              <a:xfrm>
                <a:off x="5900002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0.3</a:t>
                </a:r>
              </a:p>
            </p:txBody>
          </p:sp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3FDC1B0D-FAD6-5D81-F30B-B39097195056}"/>
                  </a:ext>
                </a:extLst>
              </p:cNvPr>
              <p:cNvSpPr txBox="1"/>
              <p:nvPr/>
            </p:nvSpPr>
            <p:spPr>
              <a:xfrm>
                <a:off x="6186178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0.4</a:t>
                </a:r>
              </a:p>
            </p:txBody>
          </p:sp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6AB323CD-D930-7958-07B5-A999CD1A7AF7}"/>
                  </a:ext>
                </a:extLst>
              </p:cNvPr>
              <p:cNvSpPr txBox="1"/>
              <p:nvPr/>
            </p:nvSpPr>
            <p:spPr>
              <a:xfrm>
                <a:off x="6472353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0.5</a:t>
                </a:r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DA9F3A05-DF89-D3B1-980C-6CFCC4328C67}"/>
                  </a:ext>
                </a:extLst>
              </p:cNvPr>
              <p:cNvSpPr txBox="1"/>
              <p:nvPr/>
            </p:nvSpPr>
            <p:spPr>
              <a:xfrm>
                <a:off x="6803328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0.1</a:t>
                </a:r>
              </a:p>
            </p:txBody>
          </p:sp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7D3F35C1-3B42-D92C-EA12-EDDF67427EB1}"/>
                  </a:ext>
                </a:extLst>
              </p:cNvPr>
              <p:cNvSpPr txBox="1"/>
              <p:nvPr/>
            </p:nvSpPr>
            <p:spPr>
              <a:xfrm>
                <a:off x="7089503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0.2</a:t>
                </a:r>
              </a:p>
            </p:txBody>
          </p: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9EBFE1A9-9AF9-9451-095B-CE7BE90511C8}"/>
                  </a:ext>
                </a:extLst>
              </p:cNvPr>
              <p:cNvSpPr txBox="1"/>
              <p:nvPr/>
            </p:nvSpPr>
            <p:spPr>
              <a:xfrm>
                <a:off x="7375678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0.3</a:t>
                </a:r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73312D9A-C4EE-4E20-89A9-4539BE729DFC}"/>
                  </a:ext>
                </a:extLst>
              </p:cNvPr>
              <p:cNvSpPr txBox="1"/>
              <p:nvPr/>
            </p:nvSpPr>
            <p:spPr>
              <a:xfrm>
                <a:off x="7661854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0.4</a:t>
                </a:r>
              </a:p>
            </p:txBody>
          </p:sp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F313E1D3-B019-9B77-CA5E-C7DD7C136064}"/>
                  </a:ext>
                </a:extLst>
              </p:cNvPr>
              <p:cNvSpPr txBox="1"/>
              <p:nvPr/>
            </p:nvSpPr>
            <p:spPr>
              <a:xfrm>
                <a:off x="7948030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0.5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5D673876-1023-0AD8-E550-91FE738D8104}"/>
                  </a:ext>
                </a:extLst>
              </p:cNvPr>
              <p:cNvSpPr txBox="1"/>
              <p:nvPr/>
            </p:nvSpPr>
            <p:spPr>
              <a:xfrm>
                <a:off x="8279112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0.1</a:t>
                </a:r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82B8CF32-3E9C-C566-03A6-419BDEB90D1C}"/>
                  </a:ext>
                </a:extLst>
              </p:cNvPr>
              <p:cNvSpPr txBox="1"/>
              <p:nvPr/>
            </p:nvSpPr>
            <p:spPr>
              <a:xfrm>
                <a:off x="8565288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0.2</a:t>
                </a:r>
              </a:p>
            </p:txBody>
          </p:sp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317908E5-AA52-93EC-D7B4-317CC4601981}"/>
                  </a:ext>
                </a:extLst>
              </p:cNvPr>
              <p:cNvSpPr txBox="1"/>
              <p:nvPr/>
            </p:nvSpPr>
            <p:spPr>
              <a:xfrm>
                <a:off x="8851463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0.3</a:t>
                </a:r>
              </a:p>
            </p:txBody>
          </p:sp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6027FB5F-418B-F982-10EF-AC4B955807E8}"/>
                  </a:ext>
                </a:extLst>
              </p:cNvPr>
              <p:cNvSpPr txBox="1"/>
              <p:nvPr/>
            </p:nvSpPr>
            <p:spPr>
              <a:xfrm>
                <a:off x="9137639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0.4</a:t>
                </a: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89670F0F-767C-D5F6-BABB-6DA5187B3BC0}"/>
                  </a:ext>
                </a:extLst>
              </p:cNvPr>
              <p:cNvSpPr txBox="1"/>
              <p:nvPr/>
            </p:nvSpPr>
            <p:spPr>
              <a:xfrm>
                <a:off x="9423814" y="2397546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0.5</a:t>
                </a:r>
              </a:p>
            </p:txBody>
          </p: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5FED6364-C8DB-AA8C-0F33-086AD3E24394}"/>
                  </a:ext>
                </a:extLst>
              </p:cNvPr>
              <p:cNvSpPr txBox="1"/>
              <p:nvPr/>
            </p:nvSpPr>
            <p:spPr>
              <a:xfrm>
                <a:off x="2041778" y="2244238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0.0</a:t>
                </a: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3960C3B7-DDF1-7E1C-F21F-E9A2EA0CF363}"/>
                  </a:ext>
                </a:extLst>
              </p:cNvPr>
              <p:cNvSpPr txBox="1"/>
              <p:nvPr/>
            </p:nvSpPr>
            <p:spPr>
              <a:xfrm>
                <a:off x="2041778" y="1869003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0.2</a:t>
                </a:r>
              </a:p>
            </p:txBody>
          </p:sp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45A72B3A-5E4D-0A31-00B2-1F8E5C1AF7F4}"/>
                  </a:ext>
                </a:extLst>
              </p:cNvPr>
              <p:cNvSpPr txBox="1"/>
              <p:nvPr/>
            </p:nvSpPr>
            <p:spPr>
              <a:xfrm>
                <a:off x="2041778" y="1493769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0.4</a:t>
                </a: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1E52B003-8097-FE20-FFBB-991AC1F80D8E}"/>
                  </a:ext>
                </a:extLst>
              </p:cNvPr>
              <p:cNvSpPr txBox="1"/>
              <p:nvPr/>
            </p:nvSpPr>
            <p:spPr>
              <a:xfrm>
                <a:off x="2041778" y="1118535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0.6</a:t>
                </a:r>
              </a:p>
            </p:txBody>
          </p:sp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5EDEF6A6-A153-B01F-7D37-3A0A92668862}"/>
                  </a:ext>
                </a:extLst>
              </p:cNvPr>
              <p:cNvSpPr txBox="1"/>
              <p:nvPr/>
            </p:nvSpPr>
            <p:spPr>
              <a:xfrm>
                <a:off x="5217764" y="2517787"/>
                <a:ext cx="13644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Imbalance Ratio</a:t>
                </a: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E8C0D49D-4C6B-8052-6B68-627A5F42A7FE}"/>
                  </a:ext>
                </a:extLst>
              </p:cNvPr>
              <p:cNvSpPr txBox="1"/>
              <p:nvPr/>
            </p:nvSpPr>
            <p:spPr>
              <a:xfrm rot="16200000">
                <a:off x="1024563" y="1511981"/>
                <a:ext cx="181081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Explained Variance</a:t>
                </a:r>
              </a:p>
              <a:p>
                <a:pPr algn="ctr"/>
                <a:r>
                  <a:rPr lang="en-US" sz="12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(Prediction Accuracy)</a:t>
                </a:r>
              </a:p>
            </p:txBody>
          </p: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5C89A07E-3F51-8A75-3B09-763D118E45DC}"/>
                  </a:ext>
                </a:extLst>
              </p:cNvPr>
              <p:cNvSpPr txBox="1"/>
              <p:nvPr/>
            </p:nvSpPr>
            <p:spPr>
              <a:xfrm>
                <a:off x="4754109" y="636866"/>
                <a:ext cx="662361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Method</a:t>
                </a:r>
                <a:endParaRPr lang="en-US" sz="825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263CC985-49B1-7789-F4A2-2785E6CB6F21}"/>
                  </a:ext>
                </a:extLst>
              </p:cNvPr>
              <p:cNvSpPr/>
              <p:nvPr/>
            </p:nvSpPr>
            <p:spPr>
              <a:xfrm>
                <a:off x="5568604" y="667547"/>
                <a:ext cx="186537" cy="186537"/>
              </a:xfrm>
              <a:prstGeom prst="rect">
                <a:avLst/>
              </a:prstGeom>
              <a:solidFill>
                <a:srgbClr val="FFFFFF"/>
              </a:solidFill>
              <a:ln w="11551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id="{85D542F8-20F1-3FBB-6DF4-F33DFEBE08A7}"/>
                  </a:ext>
                </a:extLst>
              </p:cNvPr>
              <p:cNvSpPr/>
              <p:nvPr/>
            </p:nvSpPr>
            <p:spPr>
              <a:xfrm>
                <a:off x="5587172" y="760816"/>
                <a:ext cx="149294" cy="10795"/>
              </a:xfrm>
              <a:custGeom>
                <a:avLst/>
                <a:gdLst>
                  <a:gd name="csX0" fmla="*/ 0 w 149294"/>
                  <a:gd name="csY0" fmla="*/ 0 h 10795"/>
                  <a:gd name="csX1" fmla="*/ 149295 w 149294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9294" h="10795">
                    <a:moveTo>
                      <a:pt x="0" y="0"/>
                    </a:moveTo>
                    <a:lnTo>
                      <a:pt x="149295" y="0"/>
                    </a:lnTo>
                  </a:path>
                </a:pathLst>
              </a:custGeom>
              <a:ln w="22993" cap="flat">
                <a:solidFill>
                  <a:srgbClr val="FF0000"/>
                </a:solidFill>
                <a:custDash>
                  <a:ds d="853500" sp="8535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Oval 299">
                <a:extLst>
                  <a:ext uri="{FF2B5EF4-FFF2-40B4-BE49-F238E27FC236}">
                    <a16:creationId xmlns:a16="http://schemas.microsoft.com/office/drawing/2014/main" id="{9FAE160B-3E8D-FB28-94E5-FD3578B7E41D}"/>
                  </a:ext>
                </a:extLst>
              </p:cNvPr>
              <p:cNvSpPr/>
              <p:nvPr/>
            </p:nvSpPr>
            <p:spPr>
              <a:xfrm>
                <a:off x="5634994" y="733936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Freeform 301">
                <a:extLst>
                  <a:ext uri="{FF2B5EF4-FFF2-40B4-BE49-F238E27FC236}">
                    <a16:creationId xmlns:a16="http://schemas.microsoft.com/office/drawing/2014/main" id="{5228CD6F-0235-C5A7-6A71-9B2D1EFB319B}"/>
                  </a:ext>
                </a:extLst>
              </p:cNvPr>
              <p:cNvSpPr/>
              <p:nvPr/>
            </p:nvSpPr>
            <p:spPr>
              <a:xfrm>
                <a:off x="6446389" y="759746"/>
                <a:ext cx="149186" cy="10795"/>
              </a:xfrm>
              <a:custGeom>
                <a:avLst/>
                <a:gdLst>
                  <a:gd name="csX0" fmla="*/ 0 w 149186"/>
                  <a:gd name="csY0" fmla="*/ 0 h 10795"/>
                  <a:gd name="csX1" fmla="*/ 149187 w 149186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9186" h="10795">
                    <a:moveTo>
                      <a:pt x="0" y="0"/>
                    </a:moveTo>
                    <a:lnTo>
                      <a:pt x="149187" y="0"/>
                    </a:lnTo>
                  </a:path>
                </a:pathLst>
              </a:custGeom>
              <a:ln w="22993" cap="flat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" name="Oval 302">
                <a:extLst>
                  <a:ext uri="{FF2B5EF4-FFF2-40B4-BE49-F238E27FC236}">
                    <a16:creationId xmlns:a16="http://schemas.microsoft.com/office/drawing/2014/main" id="{2CEC5B88-414F-4886-7C8A-FFC910444532}"/>
                  </a:ext>
                </a:extLst>
              </p:cNvPr>
              <p:cNvSpPr/>
              <p:nvPr/>
            </p:nvSpPr>
            <p:spPr>
              <a:xfrm>
                <a:off x="6494103" y="732866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270CFED7-8D48-67FD-9AF0-D021F0AE976C}"/>
                  </a:ext>
                </a:extLst>
              </p:cNvPr>
              <p:cNvSpPr txBox="1"/>
              <p:nvPr/>
            </p:nvSpPr>
            <p:spPr>
              <a:xfrm>
                <a:off x="5672744" y="629845"/>
                <a:ext cx="65594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MTLBin</a:t>
                </a:r>
                <a:endParaRPr lang="en-US" sz="66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AAFB67DE-D0C0-DA41-55F7-7079528ECEC5}"/>
                  </a:ext>
                </a:extLst>
              </p:cNvPr>
              <p:cNvSpPr txBox="1"/>
              <p:nvPr/>
            </p:nvSpPr>
            <p:spPr>
              <a:xfrm>
                <a:off x="6546590" y="637529"/>
                <a:ext cx="81304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MTLComb</a:t>
                </a:r>
                <a:endParaRPr lang="en-US" sz="66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987F1C75-B170-EF04-FEFB-E410CDFC7DC9}"/>
                  </a:ext>
                </a:extLst>
              </p:cNvPr>
              <p:cNvSpPr txBox="1"/>
              <p:nvPr/>
            </p:nvSpPr>
            <p:spPr>
              <a:xfrm>
                <a:off x="2227930" y="644299"/>
                <a:ext cx="34977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(a)</a:t>
                </a:r>
                <a:endParaRPr lang="en-US" sz="825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p:grpSp>
        <p:grpSp>
          <p:nvGrpSpPr>
            <p:cNvPr id="623" name="Group 622">
              <a:extLst>
                <a:ext uri="{FF2B5EF4-FFF2-40B4-BE49-F238E27FC236}">
                  <a16:creationId xmlns:a16="http://schemas.microsoft.com/office/drawing/2014/main" id="{142D9AF1-4C6D-EA1C-8856-A2119D3FEA91}"/>
                </a:ext>
              </a:extLst>
            </p:cNvPr>
            <p:cNvGrpSpPr/>
            <p:nvPr/>
          </p:nvGrpSpPr>
          <p:grpSpPr>
            <a:xfrm>
              <a:off x="1655456" y="2929279"/>
              <a:ext cx="8098558" cy="1954254"/>
              <a:chOff x="1655456" y="2929279"/>
              <a:chExt cx="8098558" cy="1954254"/>
            </a:xfrm>
          </p:grpSpPr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EFFF0C99-CE8E-3AF1-08D0-0331E02CB051}"/>
                  </a:ext>
                </a:extLst>
              </p:cNvPr>
              <p:cNvSpPr/>
              <p:nvPr/>
            </p:nvSpPr>
            <p:spPr>
              <a:xfrm>
                <a:off x="2379907" y="3153152"/>
                <a:ext cx="1406048" cy="1284820"/>
              </a:xfrm>
              <a:prstGeom prst="rect">
                <a:avLst/>
              </a:prstGeom>
              <a:solidFill>
                <a:srgbClr val="FFFFFF"/>
              </a:solidFill>
              <a:ln w="11551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FF56AC17-1C7F-907A-3877-B6FC37992E34}"/>
                  </a:ext>
                </a:extLst>
              </p:cNvPr>
              <p:cNvSpPr/>
              <p:nvPr/>
            </p:nvSpPr>
            <p:spPr>
              <a:xfrm>
                <a:off x="2379907" y="4233623"/>
                <a:ext cx="1405940" cy="10795"/>
              </a:xfrm>
              <a:custGeom>
                <a:avLst/>
                <a:gdLst>
                  <a:gd name="csX0" fmla="*/ 0 w 1405940"/>
                  <a:gd name="csY0" fmla="*/ 0 h 10795"/>
                  <a:gd name="csX1" fmla="*/ 1405941 w 140594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0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6D8502AC-72DB-F4D2-AAAB-79E1D4F271A8}"/>
                  </a:ext>
                </a:extLst>
              </p:cNvPr>
              <p:cNvSpPr/>
              <p:nvPr/>
            </p:nvSpPr>
            <p:spPr>
              <a:xfrm>
                <a:off x="2379907" y="3941619"/>
                <a:ext cx="1405940" cy="10795"/>
              </a:xfrm>
              <a:custGeom>
                <a:avLst/>
                <a:gdLst>
                  <a:gd name="csX0" fmla="*/ 0 w 1405940"/>
                  <a:gd name="csY0" fmla="*/ 0 h 10795"/>
                  <a:gd name="csX1" fmla="*/ 1405941 w 140594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0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" name="Freeform 316">
                <a:extLst>
                  <a:ext uri="{FF2B5EF4-FFF2-40B4-BE49-F238E27FC236}">
                    <a16:creationId xmlns:a16="http://schemas.microsoft.com/office/drawing/2014/main" id="{C28CEC41-FD07-4B8B-D5FC-A33C36AF2680}"/>
                  </a:ext>
                </a:extLst>
              </p:cNvPr>
              <p:cNvSpPr/>
              <p:nvPr/>
            </p:nvSpPr>
            <p:spPr>
              <a:xfrm>
                <a:off x="2379907" y="3649614"/>
                <a:ext cx="1405940" cy="10795"/>
              </a:xfrm>
              <a:custGeom>
                <a:avLst/>
                <a:gdLst>
                  <a:gd name="csX0" fmla="*/ 0 w 1405940"/>
                  <a:gd name="csY0" fmla="*/ 0 h 10795"/>
                  <a:gd name="csX1" fmla="*/ 1405941 w 140594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0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Freeform 317">
                <a:extLst>
                  <a:ext uri="{FF2B5EF4-FFF2-40B4-BE49-F238E27FC236}">
                    <a16:creationId xmlns:a16="http://schemas.microsoft.com/office/drawing/2014/main" id="{630CF9C0-A35A-6643-FC54-9947A57D821A}"/>
                  </a:ext>
                </a:extLst>
              </p:cNvPr>
              <p:cNvSpPr/>
              <p:nvPr/>
            </p:nvSpPr>
            <p:spPr>
              <a:xfrm>
                <a:off x="2379907" y="3357609"/>
                <a:ext cx="1405940" cy="10795"/>
              </a:xfrm>
              <a:custGeom>
                <a:avLst/>
                <a:gdLst>
                  <a:gd name="csX0" fmla="*/ 0 w 1405940"/>
                  <a:gd name="csY0" fmla="*/ 0 h 10795"/>
                  <a:gd name="csX1" fmla="*/ 1405941 w 140594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0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Freeform 318">
                <a:extLst>
                  <a:ext uri="{FF2B5EF4-FFF2-40B4-BE49-F238E27FC236}">
                    <a16:creationId xmlns:a16="http://schemas.microsoft.com/office/drawing/2014/main" id="{EA93C8C0-E134-4560-6F10-5818B5851AF9}"/>
                  </a:ext>
                </a:extLst>
              </p:cNvPr>
              <p:cNvSpPr/>
              <p:nvPr/>
            </p:nvSpPr>
            <p:spPr>
              <a:xfrm>
                <a:off x="2428445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E0ACE88A-022A-BF91-57CE-AC878C518FF4}"/>
                  </a:ext>
                </a:extLst>
              </p:cNvPr>
              <p:cNvSpPr/>
              <p:nvPr/>
            </p:nvSpPr>
            <p:spPr>
              <a:xfrm>
                <a:off x="2727829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" name="Freeform 320">
                <a:extLst>
                  <a:ext uri="{FF2B5EF4-FFF2-40B4-BE49-F238E27FC236}">
                    <a16:creationId xmlns:a16="http://schemas.microsoft.com/office/drawing/2014/main" id="{6982E8AC-0C96-91A9-974C-B44495F1BF63}"/>
                  </a:ext>
                </a:extLst>
              </p:cNvPr>
              <p:cNvSpPr/>
              <p:nvPr/>
            </p:nvSpPr>
            <p:spPr>
              <a:xfrm>
                <a:off x="3011846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2" name="Freeform 321">
                <a:extLst>
                  <a:ext uri="{FF2B5EF4-FFF2-40B4-BE49-F238E27FC236}">
                    <a16:creationId xmlns:a16="http://schemas.microsoft.com/office/drawing/2014/main" id="{194AD1CD-A118-B5D4-94BC-D3C0CDF33C98}"/>
                  </a:ext>
                </a:extLst>
              </p:cNvPr>
              <p:cNvSpPr/>
              <p:nvPr/>
            </p:nvSpPr>
            <p:spPr>
              <a:xfrm>
                <a:off x="3295862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2B8E7D33-031F-0767-F8CD-10CE625066A8}"/>
                  </a:ext>
                </a:extLst>
              </p:cNvPr>
              <p:cNvSpPr/>
              <p:nvPr/>
            </p:nvSpPr>
            <p:spPr>
              <a:xfrm>
                <a:off x="3579987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ED4A7401-F070-6E81-90AB-3368FAE6606A}"/>
                  </a:ext>
                </a:extLst>
              </p:cNvPr>
              <p:cNvSpPr/>
              <p:nvPr/>
            </p:nvSpPr>
            <p:spPr>
              <a:xfrm>
                <a:off x="2379907" y="4379572"/>
                <a:ext cx="1405940" cy="10795"/>
              </a:xfrm>
              <a:custGeom>
                <a:avLst/>
                <a:gdLst>
                  <a:gd name="csX0" fmla="*/ 0 w 1405940"/>
                  <a:gd name="csY0" fmla="*/ 0 h 10795"/>
                  <a:gd name="csX1" fmla="*/ 1405941 w 140594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0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B4CAE270-648D-AC3F-2C36-4D0345BF88D6}"/>
                  </a:ext>
                </a:extLst>
              </p:cNvPr>
              <p:cNvSpPr/>
              <p:nvPr/>
            </p:nvSpPr>
            <p:spPr>
              <a:xfrm>
                <a:off x="2379907" y="4087567"/>
                <a:ext cx="1405940" cy="10795"/>
              </a:xfrm>
              <a:custGeom>
                <a:avLst/>
                <a:gdLst>
                  <a:gd name="csX0" fmla="*/ 0 w 1405940"/>
                  <a:gd name="csY0" fmla="*/ 0 h 10795"/>
                  <a:gd name="csX1" fmla="*/ 1405941 w 140594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0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153A0922-B353-9D2C-179B-B8D84BA88C50}"/>
                  </a:ext>
                </a:extLst>
              </p:cNvPr>
              <p:cNvSpPr/>
              <p:nvPr/>
            </p:nvSpPr>
            <p:spPr>
              <a:xfrm>
                <a:off x="2379907" y="3795562"/>
                <a:ext cx="1405940" cy="10795"/>
              </a:xfrm>
              <a:custGeom>
                <a:avLst/>
                <a:gdLst>
                  <a:gd name="csX0" fmla="*/ 0 w 1405940"/>
                  <a:gd name="csY0" fmla="*/ 0 h 10795"/>
                  <a:gd name="csX1" fmla="*/ 1405941 w 140594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0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" name="Freeform 326">
                <a:extLst>
                  <a:ext uri="{FF2B5EF4-FFF2-40B4-BE49-F238E27FC236}">
                    <a16:creationId xmlns:a16="http://schemas.microsoft.com/office/drawing/2014/main" id="{AE06E23A-00A9-F646-DBD3-61DEA1F71CCD}"/>
                  </a:ext>
                </a:extLst>
              </p:cNvPr>
              <p:cNvSpPr/>
              <p:nvPr/>
            </p:nvSpPr>
            <p:spPr>
              <a:xfrm>
                <a:off x="2379907" y="3503557"/>
                <a:ext cx="1405940" cy="10795"/>
              </a:xfrm>
              <a:custGeom>
                <a:avLst/>
                <a:gdLst>
                  <a:gd name="csX0" fmla="*/ 0 w 1405940"/>
                  <a:gd name="csY0" fmla="*/ 0 h 10795"/>
                  <a:gd name="csX1" fmla="*/ 1405941 w 140594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0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" name="Freeform 327">
                <a:extLst>
                  <a:ext uri="{FF2B5EF4-FFF2-40B4-BE49-F238E27FC236}">
                    <a16:creationId xmlns:a16="http://schemas.microsoft.com/office/drawing/2014/main" id="{0DE9EEB7-D299-39F3-0F22-A4BCE691FEC2}"/>
                  </a:ext>
                </a:extLst>
              </p:cNvPr>
              <p:cNvSpPr/>
              <p:nvPr/>
            </p:nvSpPr>
            <p:spPr>
              <a:xfrm>
                <a:off x="2379907" y="3211553"/>
                <a:ext cx="1405940" cy="10795"/>
              </a:xfrm>
              <a:custGeom>
                <a:avLst/>
                <a:gdLst>
                  <a:gd name="csX0" fmla="*/ 0 w 1405940"/>
                  <a:gd name="csY0" fmla="*/ 0 h 10795"/>
                  <a:gd name="csX1" fmla="*/ 1405941 w 140594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0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7B7D02F3-692D-6F9B-5E09-01A0A9721044}"/>
                  </a:ext>
                </a:extLst>
              </p:cNvPr>
              <p:cNvSpPr/>
              <p:nvPr/>
            </p:nvSpPr>
            <p:spPr>
              <a:xfrm>
                <a:off x="2585767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C3AA7918-9CF9-9415-71D5-B86E0F3D753E}"/>
                  </a:ext>
                </a:extLst>
              </p:cNvPr>
              <p:cNvSpPr/>
              <p:nvPr/>
            </p:nvSpPr>
            <p:spPr>
              <a:xfrm>
                <a:off x="2869892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9EE77AD4-6F47-CBFC-480B-3408F86BCA62}"/>
                  </a:ext>
                </a:extLst>
              </p:cNvPr>
              <p:cNvSpPr/>
              <p:nvPr/>
            </p:nvSpPr>
            <p:spPr>
              <a:xfrm>
                <a:off x="3153908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04C9B71D-E719-BDA7-91D3-85EE1D519B47}"/>
                  </a:ext>
                </a:extLst>
              </p:cNvPr>
              <p:cNvSpPr/>
              <p:nvPr/>
            </p:nvSpPr>
            <p:spPr>
              <a:xfrm>
                <a:off x="3437925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984CA672-2C38-B2C5-9D2E-EB441B6647FB}"/>
                  </a:ext>
                </a:extLst>
              </p:cNvPr>
              <p:cNvSpPr/>
              <p:nvPr/>
            </p:nvSpPr>
            <p:spPr>
              <a:xfrm>
                <a:off x="3721941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4" name="Freeform 333">
                <a:extLst>
                  <a:ext uri="{FF2B5EF4-FFF2-40B4-BE49-F238E27FC236}">
                    <a16:creationId xmlns:a16="http://schemas.microsoft.com/office/drawing/2014/main" id="{AAA731B3-33DC-A15F-DFFF-1375045F8408}"/>
                  </a:ext>
                </a:extLst>
              </p:cNvPr>
              <p:cNvSpPr/>
              <p:nvPr/>
            </p:nvSpPr>
            <p:spPr>
              <a:xfrm>
                <a:off x="2443813" y="3856338"/>
                <a:ext cx="1278127" cy="499916"/>
              </a:xfrm>
              <a:custGeom>
                <a:avLst/>
                <a:gdLst>
                  <a:gd name="csX0" fmla="*/ 0 w 1278127"/>
                  <a:gd name="csY0" fmla="*/ 499916 h 499916"/>
                  <a:gd name="csX1" fmla="*/ 141954 w 1278127"/>
                  <a:gd name="csY1" fmla="*/ 499916 h 499916"/>
                  <a:gd name="csX2" fmla="*/ 284016 w 1278127"/>
                  <a:gd name="csY2" fmla="*/ 497542 h 499916"/>
                  <a:gd name="csX3" fmla="*/ 426079 w 1278127"/>
                  <a:gd name="csY3" fmla="*/ 495275 h 499916"/>
                  <a:gd name="csX4" fmla="*/ 568033 w 1278127"/>
                  <a:gd name="csY4" fmla="*/ 404165 h 499916"/>
                  <a:gd name="csX5" fmla="*/ 710095 w 1278127"/>
                  <a:gd name="csY5" fmla="*/ 418090 h 499916"/>
                  <a:gd name="csX6" fmla="*/ 852049 w 1278127"/>
                  <a:gd name="csY6" fmla="*/ 322339 h 499916"/>
                  <a:gd name="csX7" fmla="*/ 994112 w 1278127"/>
                  <a:gd name="csY7" fmla="*/ 163544 h 499916"/>
                  <a:gd name="csX8" fmla="*/ 1136174 w 1278127"/>
                  <a:gd name="csY8" fmla="*/ 0 h 499916"/>
                  <a:gd name="csX9" fmla="*/ 1278128 w 1278127"/>
                  <a:gd name="csY9" fmla="*/ 25692 h 4999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78127" h="499916">
                    <a:moveTo>
                      <a:pt x="0" y="499916"/>
                    </a:moveTo>
                    <a:lnTo>
                      <a:pt x="141954" y="499916"/>
                    </a:lnTo>
                    <a:lnTo>
                      <a:pt x="284016" y="497542"/>
                    </a:lnTo>
                    <a:lnTo>
                      <a:pt x="426079" y="495275"/>
                    </a:lnTo>
                    <a:lnTo>
                      <a:pt x="568033" y="404165"/>
                    </a:lnTo>
                    <a:lnTo>
                      <a:pt x="710095" y="418090"/>
                    </a:lnTo>
                    <a:lnTo>
                      <a:pt x="852049" y="322339"/>
                    </a:lnTo>
                    <a:lnTo>
                      <a:pt x="994112" y="163544"/>
                    </a:lnTo>
                    <a:lnTo>
                      <a:pt x="1136174" y="0"/>
                    </a:lnTo>
                    <a:lnTo>
                      <a:pt x="1278128" y="25692"/>
                    </a:lnTo>
                  </a:path>
                </a:pathLst>
              </a:custGeom>
              <a:noFill/>
              <a:ln w="22993" cap="flat">
                <a:solidFill>
                  <a:srgbClr val="FF0000"/>
                </a:solidFill>
                <a:custDash>
                  <a:ds d="853500" sp="8535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Freeform 334">
                <a:extLst>
                  <a:ext uri="{FF2B5EF4-FFF2-40B4-BE49-F238E27FC236}">
                    <a16:creationId xmlns:a16="http://schemas.microsoft.com/office/drawing/2014/main" id="{16DAE2F9-A543-46AD-86FA-2E4103DB3644}"/>
                  </a:ext>
                </a:extLst>
              </p:cNvPr>
              <p:cNvSpPr/>
              <p:nvPr/>
            </p:nvSpPr>
            <p:spPr>
              <a:xfrm>
                <a:off x="2443813" y="3741803"/>
                <a:ext cx="1278127" cy="135585"/>
              </a:xfrm>
              <a:custGeom>
                <a:avLst/>
                <a:gdLst>
                  <a:gd name="csX0" fmla="*/ 0 w 1278127"/>
                  <a:gd name="csY0" fmla="*/ 135585 h 135585"/>
                  <a:gd name="csX1" fmla="*/ 141954 w 1278127"/>
                  <a:gd name="csY1" fmla="*/ 126194 h 135585"/>
                  <a:gd name="csX2" fmla="*/ 284016 w 1278127"/>
                  <a:gd name="csY2" fmla="*/ 79451 h 135585"/>
                  <a:gd name="csX3" fmla="*/ 426079 w 1278127"/>
                  <a:gd name="csY3" fmla="*/ 93485 h 135585"/>
                  <a:gd name="csX4" fmla="*/ 568033 w 1278127"/>
                  <a:gd name="csY4" fmla="*/ 16408 h 135585"/>
                  <a:gd name="csX5" fmla="*/ 710095 w 1278127"/>
                  <a:gd name="csY5" fmla="*/ 53759 h 135585"/>
                  <a:gd name="csX6" fmla="*/ 852049 w 1278127"/>
                  <a:gd name="csY6" fmla="*/ 44475 h 135585"/>
                  <a:gd name="csX7" fmla="*/ 994112 w 1278127"/>
                  <a:gd name="csY7" fmla="*/ 56134 h 135585"/>
                  <a:gd name="csX8" fmla="*/ 1136174 w 1278127"/>
                  <a:gd name="csY8" fmla="*/ 21050 h 135585"/>
                  <a:gd name="csX9" fmla="*/ 1278128 w 1278127"/>
                  <a:gd name="csY9" fmla="*/ 0 h 1355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78127" h="135585">
                    <a:moveTo>
                      <a:pt x="0" y="135585"/>
                    </a:moveTo>
                    <a:lnTo>
                      <a:pt x="141954" y="126194"/>
                    </a:lnTo>
                    <a:lnTo>
                      <a:pt x="284016" y="79451"/>
                    </a:lnTo>
                    <a:lnTo>
                      <a:pt x="426079" y="93485"/>
                    </a:lnTo>
                    <a:lnTo>
                      <a:pt x="568033" y="16408"/>
                    </a:lnTo>
                    <a:lnTo>
                      <a:pt x="710095" y="53759"/>
                    </a:lnTo>
                    <a:lnTo>
                      <a:pt x="852049" y="44475"/>
                    </a:lnTo>
                    <a:lnTo>
                      <a:pt x="994112" y="56134"/>
                    </a:lnTo>
                    <a:lnTo>
                      <a:pt x="1136174" y="21050"/>
                    </a:lnTo>
                    <a:lnTo>
                      <a:pt x="1278128" y="0"/>
                    </a:lnTo>
                  </a:path>
                </a:pathLst>
              </a:custGeom>
              <a:noFill/>
              <a:ln w="22993" cap="flat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6" name="Oval 335">
                <a:extLst>
                  <a:ext uri="{FF2B5EF4-FFF2-40B4-BE49-F238E27FC236}">
                    <a16:creationId xmlns:a16="http://schemas.microsoft.com/office/drawing/2014/main" id="{F12D6E22-BD3D-6709-4CD3-8ABC9A2465A9}"/>
                  </a:ext>
                </a:extLst>
              </p:cNvPr>
              <p:cNvSpPr/>
              <p:nvPr/>
            </p:nvSpPr>
            <p:spPr>
              <a:xfrm>
                <a:off x="2401565" y="3850509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7" name="Oval 336">
                <a:extLst>
                  <a:ext uri="{FF2B5EF4-FFF2-40B4-BE49-F238E27FC236}">
                    <a16:creationId xmlns:a16="http://schemas.microsoft.com/office/drawing/2014/main" id="{C895A645-AEBA-A4EF-A927-61D0A523FF2C}"/>
                  </a:ext>
                </a:extLst>
              </p:cNvPr>
              <p:cNvSpPr/>
              <p:nvPr/>
            </p:nvSpPr>
            <p:spPr>
              <a:xfrm>
                <a:off x="2401565" y="4329375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Oval 337">
                <a:extLst>
                  <a:ext uri="{FF2B5EF4-FFF2-40B4-BE49-F238E27FC236}">
                    <a16:creationId xmlns:a16="http://schemas.microsoft.com/office/drawing/2014/main" id="{01B970D5-D380-E1EC-8FC3-1D25DBD7C8F3}"/>
                  </a:ext>
                </a:extLst>
              </p:cNvPr>
              <p:cNvSpPr/>
              <p:nvPr/>
            </p:nvSpPr>
            <p:spPr>
              <a:xfrm>
                <a:off x="2558888" y="3841117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" name="Oval 338">
                <a:extLst>
                  <a:ext uri="{FF2B5EF4-FFF2-40B4-BE49-F238E27FC236}">
                    <a16:creationId xmlns:a16="http://schemas.microsoft.com/office/drawing/2014/main" id="{510A6BCF-2F8B-B9A0-15DB-1979F6028921}"/>
                  </a:ext>
                </a:extLst>
              </p:cNvPr>
              <p:cNvSpPr/>
              <p:nvPr/>
            </p:nvSpPr>
            <p:spPr>
              <a:xfrm>
                <a:off x="2558888" y="4329375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0" name="Oval 339">
                <a:extLst>
                  <a:ext uri="{FF2B5EF4-FFF2-40B4-BE49-F238E27FC236}">
                    <a16:creationId xmlns:a16="http://schemas.microsoft.com/office/drawing/2014/main" id="{3B43975C-4744-33FC-A20A-D503365C02A7}"/>
                  </a:ext>
                </a:extLst>
              </p:cNvPr>
              <p:cNvSpPr/>
              <p:nvPr/>
            </p:nvSpPr>
            <p:spPr>
              <a:xfrm>
                <a:off x="2700950" y="3794375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Oval 340">
                <a:extLst>
                  <a:ext uri="{FF2B5EF4-FFF2-40B4-BE49-F238E27FC236}">
                    <a16:creationId xmlns:a16="http://schemas.microsoft.com/office/drawing/2014/main" id="{78C1B679-3F4E-4EA8-23B7-455482EAE873}"/>
                  </a:ext>
                </a:extLst>
              </p:cNvPr>
              <p:cNvSpPr/>
              <p:nvPr/>
            </p:nvSpPr>
            <p:spPr>
              <a:xfrm>
                <a:off x="2700950" y="4327000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2" name="Oval 341">
                <a:extLst>
                  <a:ext uri="{FF2B5EF4-FFF2-40B4-BE49-F238E27FC236}">
                    <a16:creationId xmlns:a16="http://schemas.microsoft.com/office/drawing/2014/main" id="{EFC67BDD-4335-FC3D-1875-F5DA638981E6}"/>
                  </a:ext>
                </a:extLst>
              </p:cNvPr>
              <p:cNvSpPr/>
              <p:nvPr/>
            </p:nvSpPr>
            <p:spPr>
              <a:xfrm>
                <a:off x="2843012" y="3808408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Oval 342">
                <a:extLst>
                  <a:ext uri="{FF2B5EF4-FFF2-40B4-BE49-F238E27FC236}">
                    <a16:creationId xmlns:a16="http://schemas.microsoft.com/office/drawing/2014/main" id="{B8D241EF-E9F1-12A6-6856-D11E39FD96BA}"/>
                  </a:ext>
                </a:extLst>
              </p:cNvPr>
              <p:cNvSpPr/>
              <p:nvPr/>
            </p:nvSpPr>
            <p:spPr>
              <a:xfrm>
                <a:off x="2843012" y="4324733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Oval 343">
                <a:extLst>
                  <a:ext uri="{FF2B5EF4-FFF2-40B4-BE49-F238E27FC236}">
                    <a16:creationId xmlns:a16="http://schemas.microsoft.com/office/drawing/2014/main" id="{3556DB20-C7C1-12FC-B347-AC2B2874307B}"/>
                  </a:ext>
                </a:extLst>
              </p:cNvPr>
              <p:cNvSpPr/>
              <p:nvPr/>
            </p:nvSpPr>
            <p:spPr>
              <a:xfrm>
                <a:off x="2984966" y="3731332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5" name="Oval 344">
                <a:extLst>
                  <a:ext uri="{FF2B5EF4-FFF2-40B4-BE49-F238E27FC236}">
                    <a16:creationId xmlns:a16="http://schemas.microsoft.com/office/drawing/2014/main" id="{AEC1698D-1F31-C220-C241-387D808FC039}"/>
                  </a:ext>
                </a:extLst>
              </p:cNvPr>
              <p:cNvSpPr/>
              <p:nvPr/>
            </p:nvSpPr>
            <p:spPr>
              <a:xfrm>
                <a:off x="2984966" y="4233623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6" name="Oval 345">
                <a:extLst>
                  <a:ext uri="{FF2B5EF4-FFF2-40B4-BE49-F238E27FC236}">
                    <a16:creationId xmlns:a16="http://schemas.microsoft.com/office/drawing/2014/main" id="{0B3F50DD-9189-9A45-9F03-1067A74D07EA}"/>
                  </a:ext>
                </a:extLst>
              </p:cNvPr>
              <p:cNvSpPr/>
              <p:nvPr/>
            </p:nvSpPr>
            <p:spPr>
              <a:xfrm>
                <a:off x="3127029" y="3768683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7" name="Oval 346">
                <a:extLst>
                  <a:ext uri="{FF2B5EF4-FFF2-40B4-BE49-F238E27FC236}">
                    <a16:creationId xmlns:a16="http://schemas.microsoft.com/office/drawing/2014/main" id="{370E1DDB-B1D4-2B40-101D-46D68E0137B4}"/>
                  </a:ext>
                </a:extLst>
              </p:cNvPr>
              <p:cNvSpPr/>
              <p:nvPr/>
            </p:nvSpPr>
            <p:spPr>
              <a:xfrm>
                <a:off x="3127029" y="4247549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" name="Oval 347">
                <a:extLst>
                  <a:ext uri="{FF2B5EF4-FFF2-40B4-BE49-F238E27FC236}">
                    <a16:creationId xmlns:a16="http://schemas.microsoft.com/office/drawing/2014/main" id="{54B53172-E3ED-01A9-50B2-215C53B85218}"/>
                  </a:ext>
                </a:extLst>
              </p:cNvPr>
              <p:cNvSpPr/>
              <p:nvPr/>
            </p:nvSpPr>
            <p:spPr>
              <a:xfrm>
                <a:off x="3268983" y="3759399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" name="Oval 348">
                <a:extLst>
                  <a:ext uri="{FF2B5EF4-FFF2-40B4-BE49-F238E27FC236}">
                    <a16:creationId xmlns:a16="http://schemas.microsoft.com/office/drawing/2014/main" id="{0B8FFF46-4F14-3B66-6125-383EEC2DD266}"/>
                  </a:ext>
                </a:extLst>
              </p:cNvPr>
              <p:cNvSpPr/>
              <p:nvPr/>
            </p:nvSpPr>
            <p:spPr>
              <a:xfrm>
                <a:off x="3268983" y="4151797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" name="Oval 349">
                <a:extLst>
                  <a:ext uri="{FF2B5EF4-FFF2-40B4-BE49-F238E27FC236}">
                    <a16:creationId xmlns:a16="http://schemas.microsoft.com/office/drawing/2014/main" id="{E3C13B16-6112-CABF-2F2B-3670D3FAEF8D}"/>
                  </a:ext>
                </a:extLst>
              </p:cNvPr>
              <p:cNvSpPr/>
              <p:nvPr/>
            </p:nvSpPr>
            <p:spPr>
              <a:xfrm>
                <a:off x="3411045" y="3771058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" name="Oval 350">
                <a:extLst>
                  <a:ext uri="{FF2B5EF4-FFF2-40B4-BE49-F238E27FC236}">
                    <a16:creationId xmlns:a16="http://schemas.microsoft.com/office/drawing/2014/main" id="{A9887D1B-4BB0-834C-C100-EF1E47B83AD1}"/>
                  </a:ext>
                </a:extLst>
              </p:cNvPr>
              <p:cNvSpPr/>
              <p:nvPr/>
            </p:nvSpPr>
            <p:spPr>
              <a:xfrm>
                <a:off x="3411045" y="3993003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" name="Oval 351">
                <a:extLst>
                  <a:ext uri="{FF2B5EF4-FFF2-40B4-BE49-F238E27FC236}">
                    <a16:creationId xmlns:a16="http://schemas.microsoft.com/office/drawing/2014/main" id="{57B41E67-4403-DCB8-9AA1-1D8ED0E353E5}"/>
                  </a:ext>
                </a:extLst>
              </p:cNvPr>
              <p:cNvSpPr/>
              <p:nvPr/>
            </p:nvSpPr>
            <p:spPr>
              <a:xfrm>
                <a:off x="3553107" y="3735974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" name="Oval 352">
                <a:extLst>
                  <a:ext uri="{FF2B5EF4-FFF2-40B4-BE49-F238E27FC236}">
                    <a16:creationId xmlns:a16="http://schemas.microsoft.com/office/drawing/2014/main" id="{8D03ADA2-23D3-A000-B095-382B6A711344}"/>
                  </a:ext>
                </a:extLst>
              </p:cNvPr>
              <p:cNvSpPr/>
              <p:nvPr/>
            </p:nvSpPr>
            <p:spPr>
              <a:xfrm>
                <a:off x="3553107" y="3829458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4" name="Oval 353">
                <a:extLst>
                  <a:ext uri="{FF2B5EF4-FFF2-40B4-BE49-F238E27FC236}">
                    <a16:creationId xmlns:a16="http://schemas.microsoft.com/office/drawing/2014/main" id="{75937449-6B82-D7AF-3138-8F186E5AB378}"/>
                  </a:ext>
                </a:extLst>
              </p:cNvPr>
              <p:cNvSpPr/>
              <p:nvPr/>
            </p:nvSpPr>
            <p:spPr>
              <a:xfrm>
                <a:off x="3695061" y="3714924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Oval 354">
                <a:extLst>
                  <a:ext uri="{FF2B5EF4-FFF2-40B4-BE49-F238E27FC236}">
                    <a16:creationId xmlns:a16="http://schemas.microsoft.com/office/drawing/2014/main" id="{1AB98620-7579-04BF-0B18-009D5B25D2D7}"/>
                  </a:ext>
                </a:extLst>
              </p:cNvPr>
              <p:cNvSpPr/>
              <p:nvPr/>
            </p:nvSpPr>
            <p:spPr>
              <a:xfrm>
                <a:off x="3695061" y="3855151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" name="Rectangle 355">
                <a:extLst>
                  <a:ext uri="{FF2B5EF4-FFF2-40B4-BE49-F238E27FC236}">
                    <a16:creationId xmlns:a16="http://schemas.microsoft.com/office/drawing/2014/main" id="{49A3A0A3-DFE9-7880-6CB5-57A7B7F62E14}"/>
                  </a:ext>
                </a:extLst>
              </p:cNvPr>
              <p:cNvSpPr/>
              <p:nvPr/>
            </p:nvSpPr>
            <p:spPr>
              <a:xfrm>
                <a:off x="2379907" y="3153152"/>
                <a:ext cx="1406048" cy="1284820"/>
              </a:xfrm>
              <a:prstGeom prst="rect">
                <a:avLst/>
              </a:prstGeom>
              <a:noFill/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0FA24199-9D99-8E6F-E113-37808BC18467}"/>
                  </a:ext>
                </a:extLst>
              </p:cNvPr>
              <p:cNvSpPr/>
              <p:nvPr/>
            </p:nvSpPr>
            <p:spPr>
              <a:xfrm>
                <a:off x="3845004" y="3153152"/>
                <a:ext cx="1406048" cy="1284820"/>
              </a:xfrm>
              <a:prstGeom prst="rect">
                <a:avLst/>
              </a:prstGeom>
              <a:solidFill>
                <a:srgbClr val="FFFFFF"/>
              </a:solidFill>
              <a:ln w="11551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" name="Freeform 358">
                <a:extLst>
                  <a:ext uri="{FF2B5EF4-FFF2-40B4-BE49-F238E27FC236}">
                    <a16:creationId xmlns:a16="http://schemas.microsoft.com/office/drawing/2014/main" id="{17292CD8-D483-FF01-546F-233335068EDB}"/>
                  </a:ext>
                </a:extLst>
              </p:cNvPr>
              <p:cNvSpPr/>
              <p:nvPr/>
            </p:nvSpPr>
            <p:spPr>
              <a:xfrm>
                <a:off x="3845004" y="4233623"/>
                <a:ext cx="1406048" cy="10795"/>
              </a:xfrm>
              <a:custGeom>
                <a:avLst/>
                <a:gdLst>
                  <a:gd name="csX0" fmla="*/ 0 w 1406048"/>
                  <a:gd name="csY0" fmla="*/ 0 h 10795"/>
                  <a:gd name="csX1" fmla="*/ 1406049 w 1406048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6048" h="10795">
                    <a:moveTo>
                      <a:pt x="0" y="0"/>
                    </a:moveTo>
                    <a:lnTo>
                      <a:pt x="1406049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" name="Freeform 359">
                <a:extLst>
                  <a:ext uri="{FF2B5EF4-FFF2-40B4-BE49-F238E27FC236}">
                    <a16:creationId xmlns:a16="http://schemas.microsoft.com/office/drawing/2014/main" id="{2CBB09E4-847E-CCFD-08AB-14B052EC738A}"/>
                  </a:ext>
                </a:extLst>
              </p:cNvPr>
              <p:cNvSpPr/>
              <p:nvPr/>
            </p:nvSpPr>
            <p:spPr>
              <a:xfrm>
                <a:off x="3845004" y="3941619"/>
                <a:ext cx="1406048" cy="10795"/>
              </a:xfrm>
              <a:custGeom>
                <a:avLst/>
                <a:gdLst>
                  <a:gd name="csX0" fmla="*/ 0 w 1406048"/>
                  <a:gd name="csY0" fmla="*/ 0 h 10795"/>
                  <a:gd name="csX1" fmla="*/ 1406049 w 1406048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6048" h="10795">
                    <a:moveTo>
                      <a:pt x="0" y="0"/>
                    </a:moveTo>
                    <a:lnTo>
                      <a:pt x="1406049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A870E1E2-540F-BBEB-17FA-6AB16370B853}"/>
                  </a:ext>
                </a:extLst>
              </p:cNvPr>
              <p:cNvSpPr/>
              <p:nvPr/>
            </p:nvSpPr>
            <p:spPr>
              <a:xfrm>
                <a:off x="3845004" y="3649614"/>
                <a:ext cx="1406048" cy="10795"/>
              </a:xfrm>
              <a:custGeom>
                <a:avLst/>
                <a:gdLst>
                  <a:gd name="csX0" fmla="*/ 0 w 1406048"/>
                  <a:gd name="csY0" fmla="*/ 0 h 10795"/>
                  <a:gd name="csX1" fmla="*/ 1406049 w 1406048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6048" h="10795">
                    <a:moveTo>
                      <a:pt x="0" y="0"/>
                    </a:moveTo>
                    <a:lnTo>
                      <a:pt x="1406049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" name="Freeform 361">
                <a:extLst>
                  <a:ext uri="{FF2B5EF4-FFF2-40B4-BE49-F238E27FC236}">
                    <a16:creationId xmlns:a16="http://schemas.microsoft.com/office/drawing/2014/main" id="{EBA8E698-AECF-A77A-E7DF-6D546765FF29}"/>
                  </a:ext>
                </a:extLst>
              </p:cNvPr>
              <p:cNvSpPr/>
              <p:nvPr/>
            </p:nvSpPr>
            <p:spPr>
              <a:xfrm>
                <a:off x="3845004" y="3357609"/>
                <a:ext cx="1406048" cy="10795"/>
              </a:xfrm>
              <a:custGeom>
                <a:avLst/>
                <a:gdLst>
                  <a:gd name="csX0" fmla="*/ 0 w 1406048"/>
                  <a:gd name="csY0" fmla="*/ 0 h 10795"/>
                  <a:gd name="csX1" fmla="*/ 1406049 w 1406048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6048" h="10795">
                    <a:moveTo>
                      <a:pt x="0" y="0"/>
                    </a:moveTo>
                    <a:lnTo>
                      <a:pt x="1406049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3" name="Freeform 362">
                <a:extLst>
                  <a:ext uri="{FF2B5EF4-FFF2-40B4-BE49-F238E27FC236}">
                    <a16:creationId xmlns:a16="http://schemas.microsoft.com/office/drawing/2014/main" id="{49660F7A-547E-4F70-0744-D1CE357D8EA5}"/>
                  </a:ext>
                </a:extLst>
              </p:cNvPr>
              <p:cNvSpPr/>
              <p:nvPr/>
            </p:nvSpPr>
            <p:spPr>
              <a:xfrm>
                <a:off x="3908910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" name="Freeform 363">
                <a:extLst>
                  <a:ext uri="{FF2B5EF4-FFF2-40B4-BE49-F238E27FC236}">
                    <a16:creationId xmlns:a16="http://schemas.microsoft.com/office/drawing/2014/main" id="{91FD860A-43FE-E6A7-1918-7F9BEDFF54B2}"/>
                  </a:ext>
                </a:extLst>
              </p:cNvPr>
              <p:cNvSpPr/>
              <p:nvPr/>
            </p:nvSpPr>
            <p:spPr>
              <a:xfrm>
                <a:off x="4192927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" name="Freeform 364">
                <a:extLst>
                  <a:ext uri="{FF2B5EF4-FFF2-40B4-BE49-F238E27FC236}">
                    <a16:creationId xmlns:a16="http://schemas.microsoft.com/office/drawing/2014/main" id="{45DBE31B-6D58-0114-2A62-A85363311C96}"/>
                  </a:ext>
                </a:extLst>
              </p:cNvPr>
              <p:cNvSpPr/>
              <p:nvPr/>
            </p:nvSpPr>
            <p:spPr>
              <a:xfrm>
                <a:off x="4477051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" name="Freeform 365">
                <a:extLst>
                  <a:ext uri="{FF2B5EF4-FFF2-40B4-BE49-F238E27FC236}">
                    <a16:creationId xmlns:a16="http://schemas.microsoft.com/office/drawing/2014/main" id="{05951EDA-810E-B842-C97C-C3110CE090E7}"/>
                  </a:ext>
                </a:extLst>
              </p:cNvPr>
              <p:cNvSpPr/>
              <p:nvPr/>
            </p:nvSpPr>
            <p:spPr>
              <a:xfrm>
                <a:off x="4761068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id="{EAB726CF-03FF-DF87-0F8D-B52B085BDD8D}"/>
                  </a:ext>
                </a:extLst>
              </p:cNvPr>
              <p:cNvSpPr/>
              <p:nvPr/>
            </p:nvSpPr>
            <p:spPr>
              <a:xfrm>
                <a:off x="5045084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" name="Freeform 367">
                <a:extLst>
                  <a:ext uri="{FF2B5EF4-FFF2-40B4-BE49-F238E27FC236}">
                    <a16:creationId xmlns:a16="http://schemas.microsoft.com/office/drawing/2014/main" id="{FDF20BBF-1265-3DD9-6822-C70524C62522}"/>
                  </a:ext>
                </a:extLst>
              </p:cNvPr>
              <p:cNvSpPr/>
              <p:nvPr/>
            </p:nvSpPr>
            <p:spPr>
              <a:xfrm>
                <a:off x="3845004" y="4379572"/>
                <a:ext cx="1406048" cy="10795"/>
              </a:xfrm>
              <a:custGeom>
                <a:avLst/>
                <a:gdLst>
                  <a:gd name="csX0" fmla="*/ 0 w 1406048"/>
                  <a:gd name="csY0" fmla="*/ 0 h 10795"/>
                  <a:gd name="csX1" fmla="*/ 1406049 w 1406048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6048" h="10795">
                    <a:moveTo>
                      <a:pt x="0" y="0"/>
                    </a:moveTo>
                    <a:lnTo>
                      <a:pt x="1406049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0DE13B83-B2D4-08C5-27CC-8A2217F08CBC}"/>
                  </a:ext>
                </a:extLst>
              </p:cNvPr>
              <p:cNvSpPr/>
              <p:nvPr/>
            </p:nvSpPr>
            <p:spPr>
              <a:xfrm>
                <a:off x="3845004" y="4087567"/>
                <a:ext cx="1406048" cy="10795"/>
              </a:xfrm>
              <a:custGeom>
                <a:avLst/>
                <a:gdLst>
                  <a:gd name="csX0" fmla="*/ 0 w 1406048"/>
                  <a:gd name="csY0" fmla="*/ 0 h 10795"/>
                  <a:gd name="csX1" fmla="*/ 1406049 w 1406048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6048" h="10795">
                    <a:moveTo>
                      <a:pt x="0" y="0"/>
                    </a:moveTo>
                    <a:lnTo>
                      <a:pt x="1406049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0" name="Freeform 369">
                <a:extLst>
                  <a:ext uri="{FF2B5EF4-FFF2-40B4-BE49-F238E27FC236}">
                    <a16:creationId xmlns:a16="http://schemas.microsoft.com/office/drawing/2014/main" id="{9B78905C-7516-D749-83A6-075E0B022A60}"/>
                  </a:ext>
                </a:extLst>
              </p:cNvPr>
              <p:cNvSpPr/>
              <p:nvPr/>
            </p:nvSpPr>
            <p:spPr>
              <a:xfrm>
                <a:off x="3845004" y="3795562"/>
                <a:ext cx="1406048" cy="10795"/>
              </a:xfrm>
              <a:custGeom>
                <a:avLst/>
                <a:gdLst>
                  <a:gd name="csX0" fmla="*/ 0 w 1406048"/>
                  <a:gd name="csY0" fmla="*/ 0 h 10795"/>
                  <a:gd name="csX1" fmla="*/ 1406049 w 1406048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6048" h="10795">
                    <a:moveTo>
                      <a:pt x="0" y="0"/>
                    </a:moveTo>
                    <a:lnTo>
                      <a:pt x="1406049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1" name="Freeform 370">
                <a:extLst>
                  <a:ext uri="{FF2B5EF4-FFF2-40B4-BE49-F238E27FC236}">
                    <a16:creationId xmlns:a16="http://schemas.microsoft.com/office/drawing/2014/main" id="{9BF26898-E692-C1AC-53D1-6226ABD17B23}"/>
                  </a:ext>
                </a:extLst>
              </p:cNvPr>
              <p:cNvSpPr/>
              <p:nvPr/>
            </p:nvSpPr>
            <p:spPr>
              <a:xfrm>
                <a:off x="3845004" y="3503557"/>
                <a:ext cx="1406048" cy="10795"/>
              </a:xfrm>
              <a:custGeom>
                <a:avLst/>
                <a:gdLst>
                  <a:gd name="csX0" fmla="*/ 0 w 1406048"/>
                  <a:gd name="csY0" fmla="*/ 0 h 10795"/>
                  <a:gd name="csX1" fmla="*/ 1406049 w 1406048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6048" h="10795">
                    <a:moveTo>
                      <a:pt x="0" y="0"/>
                    </a:moveTo>
                    <a:lnTo>
                      <a:pt x="1406049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2" name="Freeform 371">
                <a:extLst>
                  <a:ext uri="{FF2B5EF4-FFF2-40B4-BE49-F238E27FC236}">
                    <a16:creationId xmlns:a16="http://schemas.microsoft.com/office/drawing/2014/main" id="{278C467E-D897-E1AD-923A-05FE7BADBB5A}"/>
                  </a:ext>
                </a:extLst>
              </p:cNvPr>
              <p:cNvSpPr/>
              <p:nvPr/>
            </p:nvSpPr>
            <p:spPr>
              <a:xfrm>
                <a:off x="3845004" y="3211553"/>
                <a:ext cx="1406048" cy="10795"/>
              </a:xfrm>
              <a:custGeom>
                <a:avLst/>
                <a:gdLst>
                  <a:gd name="csX0" fmla="*/ 0 w 1406048"/>
                  <a:gd name="csY0" fmla="*/ 0 h 10795"/>
                  <a:gd name="csX1" fmla="*/ 1406049 w 1406048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6048" h="10795">
                    <a:moveTo>
                      <a:pt x="0" y="0"/>
                    </a:moveTo>
                    <a:lnTo>
                      <a:pt x="1406049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" name="Freeform 372">
                <a:extLst>
                  <a:ext uri="{FF2B5EF4-FFF2-40B4-BE49-F238E27FC236}">
                    <a16:creationId xmlns:a16="http://schemas.microsoft.com/office/drawing/2014/main" id="{7831F2BB-C327-AA21-95AD-7454BEDB2758}"/>
                  </a:ext>
                </a:extLst>
              </p:cNvPr>
              <p:cNvSpPr/>
              <p:nvPr/>
            </p:nvSpPr>
            <p:spPr>
              <a:xfrm>
                <a:off x="4050973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" name="Freeform 373">
                <a:extLst>
                  <a:ext uri="{FF2B5EF4-FFF2-40B4-BE49-F238E27FC236}">
                    <a16:creationId xmlns:a16="http://schemas.microsoft.com/office/drawing/2014/main" id="{24223E65-1122-F535-9CCC-AFEDBA9EF730}"/>
                  </a:ext>
                </a:extLst>
              </p:cNvPr>
              <p:cNvSpPr/>
              <p:nvPr/>
            </p:nvSpPr>
            <p:spPr>
              <a:xfrm>
                <a:off x="4334989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5" name="Freeform 374">
                <a:extLst>
                  <a:ext uri="{FF2B5EF4-FFF2-40B4-BE49-F238E27FC236}">
                    <a16:creationId xmlns:a16="http://schemas.microsoft.com/office/drawing/2014/main" id="{CB12772B-90D1-562F-EDE8-BEB510F83708}"/>
                  </a:ext>
                </a:extLst>
              </p:cNvPr>
              <p:cNvSpPr/>
              <p:nvPr/>
            </p:nvSpPr>
            <p:spPr>
              <a:xfrm>
                <a:off x="4619006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6" name="Freeform 375">
                <a:extLst>
                  <a:ext uri="{FF2B5EF4-FFF2-40B4-BE49-F238E27FC236}">
                    <a16:creationId xmlns:a16="http://schemas.microsoft.com/office/drawing/2014/main" id="{7BA66775-EC97-A2CE-1374-B5078226B787}"/>
                  </a:ext>
                </a:extLst>
              </p:cNvPr>
              <p:cNvSpPr/>
              <p:nvPr/>
            </p:nvSpPr>
            <p:spPr>
              <a:xfrm>
                <a:off x="4903022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7" name="Freeform 376">
                <a:extLst>
                  <a:ext uri="{FF2B5EF4-FFF2-40B4-BE49-F238E27FC236}">
                    <a16:creationId xmlns:a16="http://schemas.microsoft.com/office/drawing/2014/main" id="{C9D2F6C2-8807-2616-EAD9-B0892FE9B6C8}"/>
                  </a:ext>
                </a:extLst>
              </p:cNvPr>
              <p:cNvSpPr/>
              <p:nvPr/>
            </p:nvSpPr>
            <p:spPr>
              <a:xfrm>
                <a:off x="5187146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8" name="Freeform 377">
                <a:extLst>
                  <a:ext uri="{FF2B5EF4-FFF2-40B4-BE49-F238E27FC236}">
                    <a16:creationId xmlns:a16="http://schemas.microsoft.com/office/drawing/2014/main" id="{9FE0512C-116A-8D38-CCF0-FFC13766E299}"/>
                  </a:ext>
                </a:extLst>
              </p:cNvPr>
              <p:cNvSpPr/>
              <p:nvPr/>
            </p:nvSpPr>
            <p:spPr>
              <a:xfrm>
                <a:off x="3908910" y="3608701"/>
                <a:ext cx="1278235" cy="747553"/>
              </a:xfrm>
              <a:custGeom>
                <a:avLst/>
                <a:gdLst>
                  <a:gd name="csX0" fmla="*/ 0 w 1278235"/>
                  <a:gd name="csY0" fmla="*/ 747554 h 747553"/>
                  <a:gd name="csX1" fmla="*/ 142062 w 1278235"/>
                  <a:gd name="csY1" fmla="*/ 747554 h 747553"/>
                  <a:gd name="csX2" fmla="*/ 284016 w 1278235"/>
                  <a:gd name="csY2" fmla="*/ 747554 h 747553"/>
                  <a:gd name="csX3" fmla="*/ 426079 w 1278235"/>
                  <a:gd name="csY3" fmla="*/ 721862 h 747553"/>
                  <a:gd name="csX4" fmla="*/ 568141 w 1278235"/>
                  <a:gd name="csY4" fmla="*/ 635394 h 747553"/>
                  <a:gd name="csX5" fmla="*/ 710095 w 1278235"/>
                  <a:gd name="csY5" fmla="*/ 492900 h 747553"/>
                  <a:gd name="csX6" fmla="*/ 852157 w 1278235"/>
                  <a:gd name="csY6" fmla="*/ 154153 h 747553"/>
                  <a:gd name="csX7" fmla="*/ 994111 w 1278235"/>
                  <a:gd name="csY7" fmla="*/ 95752 h 747553"/>
                  <a:gd name="csX8" fmla="*/ 1136174 w 1278235"/>
                  <a:gd name="csY8" fmla="*/ 44367 h 747553"/>
                  <a:gd name="csX9" fmla="*/ 1278236 w 1278235"/>
                  <a:gd name="csY9" fmla="*/ 0 h 7475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78235" h="747553">
                    <a:moveTo>
                      <a:pt x="0" y="747554"/>
                    </a:moveTo>
                    <a:lnTo>
                      <a:pt x="142062" y="747554"/>
                    </a:lnTo>
                    <a:lnTo>
                      <a:pt x="284016" y="747554"/>
                    </a:lnTo>
                    <a:lnTo>
                      <a:pt x="426079" y="721862"/>
                    </a:lnTo>
                    <a:lnTo>
                      <a:pt x="568141" y="635394"/>
                    </a:lnTo>
                    <a:lnTo>
                      <a:pt x="710095" y="492900"/>
                    </a:lnTo>
                    <a:lnTo>
                      <a:pt x="852157" y="154153"/>
                    </a:lnTo>
                    <a:lnTo>
                      <a:pt x="994111" y="95752"/>
                    </a:lnTo>
                    <a:lnTo>
                      <a:pt x="1136174" y="44367"/>
                    </a:lnTo>
                    <a:lnTo>
                      <a:pt x="1278236" y="0"/>
                    </a:lnTo>
                  </a:path>
                </a:pathLst>
              </a:custGeom>
              <a:noFill/>
              <a:ln w="22993" cap="flat">
                <a:solidFill>
                  <a:srgbClr val="FF0000"/>
                </a:solidFill>
                <a:custDash>
                  <a:ds d="853500" sp="8535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" name="Freeform 378">
                <a:extLst>
                  <a:ext uri="{FF2B5EF4-FFF2-40B4-BE49-F238E27FC236}">
                    <a16:creationId xmlns:a16="http://schemas.microsoft.com/office/drawing/2014/main" id="{0FE830FC-8874-69FC-AF4B-1A77EAC9EDBE}"/>
                  </a:ext>
                </a:extLst>
              </p:cNvPr>
              <p:cNvSpPr/>
              <p:nvPr/>
            </p:nvSpPr>
            <p:spPr>
              <a:xfrm>
                <a:off x="3908910" y="3508199"/>
                <a:ext cx="1278235" cy="207911"/>
              </a:xfrm>
              <a:custGeom>
                <a:avLst/>
                <a:gdLst>
                  <a:gd name="csX0" fmla="*/ 0 w 1278235"/>
                  <a:gd name="csY0" fmla="*/ 207912 h 207911"/>
                  <a:gd name="csX1" fmla="*/ 142062 w 1278235"/>
                  <a:gd name="csY1" fmla="*/ 86468 h 207911"/>
                  <a:gd name="csX2" fmla="*/ 284016 w 1278235"/>
                  <a:gd name="csY2" fmla="*/ 91110 h 207911"/>
                  <a:gd name="csX3" fmla="*/ 426079 w 1278235"/>
                  <a:gd name="csY3" fmla="*/ 60776 h 207911"/>
                  <a:gd name="csX4" fmla="*/ 568141 w 1278235"/>
                  <a:gd name="csY4" fmla="*/ 14034 h 207911"/>
                  <a:gd name="csX5" fmla="*/ 710095 w 1278235"/>
                  <a:gd name="csY5" fmla="*/ 35084 h 207911"/>
                  <a:gd name="csX6" fmla="*/ 852157 w 1278235"/>
                  <a:gd name="csY6" fmla="*/ 0 h 207911"/>
                  <a:gd name="csX7" fmla="*/ 994111 w 1278235"/>
                  <a:gd name="csY7" fmla="*/ 0 h 207911"/>
                  <a:gd name="csX8" fmla="*/ 1136174 w 1278235"/>
                  <a:gd name="csY8" fmla="*/ 56134 h 207911"/>
                  <a:gd name="csX9" fmla="*/ 1278236 w 1278235"/>
                  <a:gd name="csY9" fmla="*/ 0 h 2079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78235" h="207911">
                    <a:moveTo>
                      <a:pt x="0" y="207912"/>
                    </a:moveTo>
                    <a:lnTo>
                      <a:pt x="142062" y="86468"/>
                    </a:lnTo>
                    <a:lnTo>
                      <a:pt x="284016" y="91110"/>
                    </a:lnTo>
                    <a:lnTo>
                      <a:pt x="426079" y="60776"/>
                    </a:lnTo>
                    <a:lnTo>
                      <a:pt x="568141" y="14034"/>
                    </a:lnTo>
                    <a:lnTo>
                      <a:pt x="710095" y="35084"/>
                    </a:lnTo>
                    <a:lnTo>
                      <a:pt x="852157" y="0"/>
                    </a:lnTo>
                    <a:lnTo>
                      <a:pt x="994111" y="0"/>
                    </a:lnTo>
                    <a:lnTo>
                      <a:pt x="1136174" y="56134"/>
                    </a:lnTo>
                    <a:lnTo>
                      <a:pt x="1278236" y="0"/>
                    </a:lnTo>
                  </a:path>
                </a:pathLst>
              </a:custGeom>
              <a:noFill/>
              <a:ln w="22993" cap="flat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" name="Oval 379">
                <a:extLst>
                  <a:ext uri="{FF2B5EF4-FFF2-40B4-BE49-F238E27FC236}">
                    <a16:creationId xmlns:a16="http://schemas.microsoft.com/office/drawing/2014/main" id="{FDA8859A-A89D-A060-F11D-1803D43077F3}"/>
                  </a:ext>
                </a:extLst>
              </p:cNvPr>
              <p:cNvSpPr/>
              <p:nvPr/>
            </p:nvSpPr>
            <p:spPr>
              <a:xfrm>
                <a:off x="3882031" y="3689231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" name="Oval 380">
                <a:extLst>
                  <a:ext uri="{FF2B5EF4-FFF2-40B4-BE49-F238E27FC236}">
                    <a16:creationId xmlns:a16="http://schemas.microsoft.com/office/drawing/2014/main" id="{2EF20F85-23AF-D041-DFFD-AFF60EC66DC2}"/>
                  </a:ext>
                </a:extLst>
              </p:cNvPr>
              <p:cNvSpPr/>
              <p:nvPr/>
            </p:nvSpPr>
            <p:spPr>
              <a:xfrm>
                <a:off x="3882031" y="4329375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5774C4F7-64E8-DEAE-507B-E9D008A97A9C}"/>
                  </a:ext>
                </a:extLst>
              </p:cNvPr>
              <p:cNvSpPr/>
              <p:nvPr/>
            </p:nvSpPr>
            <p:spPr>
              <a:xfrm>
                <a:off x="4024093" y="3567788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ADBE006A-7973-B9A9-1C3A-5B2BA8CF6406}"/>
                  </a:ext>
                </a:extLst>
              </p:cNvPr>
              <p:cNvSpPr/>
              <p:nvPr/>
            </p:nvSpPr>
            <p:spPr>
              <a:xfrm>
                <a:off x="4024093" y="4329375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9857354C-6FEF-D0AB-27BC-BF7111935A61}"/>
                  </a:ext>
                </a:extLst>
              </p:cNvPr>
              <p:cNvSpPr/>
              <p:nvPr/>
            </p:nvSpPr>
            <p:spPr>
              <a:xfrm>
                <a:off x="4166047" y="3572430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B3F0C3AF-1EB3-0B22-3664-D3525C15BB47}"/>
                  </a:ext>
                </a:extLst>
              </p:cNvPr>
              <p:cNvSpPr/>
              <p:nvPr/>
            </p:nvSpPr>
            <p:spPr>
              <a:xfrm>
                <a:off x="4166047" y="4329375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" name="Oval 385">
                <a:extLst>
                  <a:ext uri="{FF2B5EF4-FFF2-40B4-BE49-F238E27FC236}">
                    <a16:creationId xmlns:a16="http://schemas.microsoft.com/office/drawing/2014/main" id="{497C18CE-F9CA-BCC8-2CA5-0FFFF6D57B68}"/>
                  </a:ext>
                </a:extLst>
              </p:cNvPr>
              <p:cNvSpPr/>
              <p:nvPr/>
            </p:nvSpPr>
            <p:spPr>
              <a:xfrm>
                <a:off x="4308110" y="3542096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7" name="Oval 386">
                <a:extLst>
                  <a:ext uri="{FF2B5EF4-FFF2-40B4-BE49-F238E27FC236}">
                    <a16:creationId xmlns:a16="http://schemas.microsoft.com/office/drawing/2014/main" id="{6B73D8D5-AE90-0251-2138-F3F94F5CB5BB}"/>
                  </a:ext>
                </a:extLst>
              </p:cNvPr>
              <p:cNvSpPr/>
              <p:nvPr/>
            </p:nvSpPr>
            <p:spPr>
              <a:xfrm>
                <a:off x="4308110" y="4303683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8" name="Oval 387">
                <a:extLst>
                  <a:ext uri="{FF2B5EF4-FFF2-40B4-BE49-F238E27FC236}">
                    <a16:creationId xmlns:a16="http://schemas.microsoft.com/office/drawing/2014/main" id="{E5EDAB52-D289-F2BE-668B-2D88131829ED}"/>
                  </a:ext>
                </a:extLst>
              </p:cNvPr>
              <p:cNvSpPr/>
              <p:nvPr/>
            </p:nvSpPr>
            <p:spPr>
              <a:xfrm>
                <a:off x="4450172" y="3495353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" name="Oval 388">
                <a:extLst>
                  <a:ext uri="{FF2B5EF4-FFF2-40B4-BE49-F238E27FC236}">
                    <a16:creationId xmlns:a16="http://schemas.microsoft.com/office/drawing/2014/main" id="{24820378-FEE9-ABB8-1BB8-EEC39A671DD1}"/>
                  </a:ext>
                </a:extLst>
              </p:cNvPr>
              <p:cNvSpPr/>
              <p:nvPr/>
            </p:nvSpPr>
            <p:spPr>
              <a:xfrm>
                <a:off x="4450172" y="4217215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" name="Oval 389">
                <a:extLst>
                  <a:ext uri="{FF2B5EF4-FFF2-40B4-BE49-F238E27FC236}">
                    <a16:creationId xmlns:a16="http://schemas.microsoft.com/office/drawing/2014/main" id="{73407593-E871-C78F-D3B3-8D2AE0744272}"/>
                  </a:ext>
                </a:extLst>
              </p:cNvPr>
              <p:cNvSpPr/>
              <p:nvPr/>
            </p:nvSpPr>
            <p:spPr>
              <a:xfrm>
                <a:off x="4592126" y="3516403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" name="Oval 390">
                <a:extLst>
                  <a:ext uri="{FF2B5EF4-FFF2-40B4-BE49-F238E27FC236}">
                    <a16:creationId xmlns:a16="http://schemas.microsoft.com/office/drawing/2014/main" id="{F635A68A-56DB-7285-2195-F8A8E2481528}"/>
                  </a:ext>
                </a:extLst>
              </p:cNvPr>
              <p:cNvSpPr/>
              <p:nvPr/>
            </p:nvSpPr>
            <p:spPr>
              <a:xfrm>
                <a:off x="4592126" y="4074721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" name="Oval 391">
                <a:extLst>
                  <a:ext uri="{FF2B5EF4-FFF2-40B4-BE49-F238E27FC236}">
                    <a16:creationId xmlns:a16="http://schemas.microsoft.com/office/drawing/2014/main" id="{417FB4BF-7E25-684A-EB2D-53B06412EC19}"/>
                  </a:ext>
                </a:extLst>
              </p:cNvPr>
              <p:cNvSpPr/>
              <p:nvPr/>
            </p:nvSpPr>
            <p:spPr>
              <a:xfrm>
                <a:off x="4734188" y="3481320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3" name="Oval 392">
                <a:extLst>
                  <a:ext uri="{FF2B5EF4-FFF2-40B4-BE49-F238E27FC236}">
                    <a16:creationId xmlns:a16="http://schemas.microsoft.com/office/drawing/2014/main" id="{985D79AC-09E4-1352-F37E-4F43C93BCF42}"/>
                  </a:ext>
                </a:extLst>
              </p:cNvPr>
              <p:cNvSpPr/>
              <p:nvPr/>
            </p:nvSpPr>
            <p:spPr>
              <a:xfrm>
                <a:off x="4734188" y="3735974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4" name="Oval 393">
                <a:extLst>
                  <a:ext uri="{FF2B5EF4-FFF2-40B4-BE49-F238E27FC236}">
                    <a16:creationId xmlns:a16="http://schemas.microsoft.com/office/drawing/2014/main" id="{69141471-1190-5B6D-11BE-34B6FC431157}"/>
                  </a:ext>
                </a:extLst>
              </p:cNvPr>
              <p:cNvSpPr/>
              <p:nvPr/>
            </p:nvSpPr>
            <p:spPr>
              <a:xfrm>
                <a:off x="4876142" y="3481320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5" name="Oval 394">
                <a:extLst>
                  <a:ext uri="{FF2B5EF4-FFF2-40B4-BE49-F238E27FC236}">
                    <a16:creationId xmlns:a16="http://schemas.microsoft.com/office/drawing/2014/main" id="{80140C6E-6D6F-ABF5-688C-3979310F2952}"/>
                  </a:ext>
                </a:extLst>
              </p:cNvPr>
              <p:cNvSpPr/>
              <p:nvPr/>
            </p:nvSpPr>
            <p:spPr>
              <a:xfrm>
                <a:off x="4876142" y="3677573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" name="Oval 395">
                <a:extLst>
                  <a:ext uri="{FF2B5EF4-FFF2-40B4-BE49-F238E27FC236}">
                    <a16:creationId xmlns:a16="http://schemas.microsoft.com/office/drawing/2014/main" id="{B0BB78AD-A6B5-46B6-ED56-0568173EE9A8}"/>
                  </a:ext>
                </a:extLst>
              </p:cNvPr>
              <p:cNvSpPr/>
              <p:nvPr/>
            </p:nvSpPr>
            <p:spPr>
              <a:xfrm>
                <a:off x="5018205" y="3537454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" name="Oval 396">
                <a:extLst>
                  <a:ext uri="{FF2B5EF4-FFF2-40B4-BE49-F238E27FC236}">
                    <a16:creationId xmlns:a16="http://schemas.microsoft.com/office/drawing/2014/main" id="{60D2883E-C12C-2899-ED21-2E86002D483A}"/>
                  </a:ext>
                </a:extLst>
              </p:cNvPr>
              <p:cNvSpPr/>
              <p:nvPr/>
            </p:nvSpPr>
            <p:spPr>
              <a:xfrm>
                <a:off x="5018205" y="3626189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" name="Oval 397">
                <a:extLst>
                  <a:ext uri="{FF2B5EF4-FFF2-40B4-BE49-F238E27FC236}">
                    <a16:creationId xmlns:a16="http://schemas.microsoft.com/office/drawing/2014/main" id="{D6B5717E-AFA5-51CE-AE65-47D8316CAEFD}"/>
                  </a:ext>
                </a:extLst>
              </p:cNvPr>
              <p:cNvSpPr/>
              <p:nvPr/>
            </p:nvSpPr>
            <p:spPr>
              <a:xfrm>
                <a:off x="5160267" y="3481320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" name="Oval 398">
                <a:extLst>
                  <a:ext uri="{FF2B5EF4-FFF2-40B4-BE49-F238E27FC236}">
                    <a16:creationId xmlns:a16="http://schemas.microsoft.com/office/drawing/2014/main" id="{9DDBED2E-1880-A243-BEC5-6758D70F4549}"/>
                  </a:ext>
                </a:extLst>
              </p:cNvPr>
              <p:cNvSpPr/>
              <p:nvPr/>
            </p:nvSpPr>
            <p:spPr>
              <a:xfrm>
                <a:off x="5160267" y="3581821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38D7DD31-9C92-4F29-A6E0-6FAB7AFFA3EC}"/>
                  </a:ext>
                </a:extLst>
              </p:cNvPr>
              <p:cNvSpPr/>
              <p:nvPr/>
            </p:nvSpPr>
            <p:spPr>
              <a:xfrm>
                <a:off x="3845004" y="3153152"/>
                <a:ext cx="1406048" cy="1284820"/>
              </a:xfrm>
              <a:prstGeom prst="rect">
                <a:avLst/>
              </a:prstGeom>
              <a:noFill/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42B850B2-4422-B7B0-8A9F-C7BAA5ABB143}"/>
                  </a:ext>
                </a:extLst>
              </p:cNvPr>
              <p:cNvSpPr/>
              <p:nvPr/>
            </p:nvSpPr>
            <p:spPr>
              <a:xfrm>
                <a:off x="5310209" y="3153152"/>
                <a:ext cx="1406048" cy="1284820"/>
              </a:xfrm>
              <a:prstGeom prst="rect">
                <a:avLst/>
              </a:prstGeom>
              <a:solidFill>
                <a:srgbClr val="FFFFFF"/>
              </a:solidFill>
              <a:ln w="11551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" name="Freeform 402">
                <a:extLst>
                  <a:ext uri="{FF2B5EF4-FFF2-40B4-BE49-F238E27FC236}">
                    <a16:creationId xmlns:a16="http://schemas.microsoft.com/office/drawing/2014/main" id="{7AB322C3-9250-6721-F4CF-C02CDB145917}"/>
                  </a:ext>
                </a:extLst>
              </p:cNvPr>
              <p:cNvSpPr/>
              <p:nvPr/>
            </p:nvSpPr>
            <p:spPr>
              <a:xfrm>
                <a:off x="5310209" y="4233623"/>
                <a:ext cx="1405941" cy="10795"/>
              </a:xfrm>
              <a:custGeom>
                <a:avLst/>
                <a:gdLst>
                  <a:gd name="csX0" fmla="*/ 0 w 1405941"/>
                  <a:gd name="csY0" fmla="*/ 0 h 10795"/>
                  <a:gd name="csX1" fmla="*/ 1405941 w 1405941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1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4" name="Freeform 403">
                <a:extLst>
                  <a:ext uri="{FF2B5EF4-FFF2-40B4-BE49-F238E27FC236}">
                    <a16:creationId xmlns:a16="http://schemas.microsoft.com/office/drawing/2014/main" id="{40794A82-B7B6-39A3-3B22-22D3CEBD0CB3}"/>
                  </a:ext>
                </a:extLst>
              </p:cNvPr>
              <p:cNvSpPr/>
              <p:nvPr/>
            </p:nvSpPr>
            <p:spPr>
              <a:xfrm>
                <a:off x="5310209" y="3941619"/>
                <a:ext cx="1405941" cy="10795"/>
              </a:xfrm>
              <a:custGeom>
                <a:avLst/>
                <a:gdLst>
                  <a:gd name="csX0" fmla="*/ 0 w 1405941"/>
                  <a:gd name="csY0" fmla="*/ 0 h 10795"/>
                  <a:gd name="csX1" fmla="*/ 1405941 w 1405941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1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5" name="Freeform 404">
                <a:extLst>
                  <a:ext uri="{FF2B5EF4-FFF2-40B4-BE49-F238E27FC236}">
                    <a16:creationId xmlns:a16="http://schemas.microsoft.com/office/drawing/2014/main" id="{E3E1F7A5-1147-8334-0A64-0794380D9A25}"/>
                  </a:ext>
                </a:extLst>
              </p:cNvPr>
              <p:cNvSpPr/>
              <p:nvPr/>
            </p:nvSpPr>
            <p:spPr>
              <a:xfrm>
                <a:off x="5310209" y="3649614"/>
                <a:ext cx="1405941" cy="10795"/>
              </a:xfrm>
              <a:custGeom>
                <a:avLst/>
                <a:gdLst>
                  <a:gd name="csX0" fmla="*/ 0 w 1405941"/>
                  <a:gd name="csY0" fmla="*/ 0 h 10795"/>
                  <a:gd name="csX1" fmla="*/ 1405941 w 1405941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1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" name="Freeform 405">
                <a:extLst>
                  <a:ext uri="{FF2B5EF4-FFF2-40B4-BE49-F238E27FC236}">
                    <a16:creationId xmlns:a16="http://schemas.microsoft.com/office/drawing/2014/main" id="{2D5BC998-D550-8A18-F40A-9182B621AF0C}"/>
                  </a:ext>
                </a:extLst>
              </p:cNvPr>
              <p:cNvSpPr/>
              <p:nvPr/>
            </p:nvSpPr>
            <p:spPr>
              <a:xfrm>
                <a:off x="5310209" y="3357609"/>
                <a:ext cx="1405941" cy="10795"/>
              </a:xfrm>
              <a:custGeom>
                <a:avLst/>
                <a:gdLst>
                  <a:gd name="csX0" fmla="*/ 0 w 1405941"/>
                  <a:gd name="csY0" fmla="*/ 0 h 10795"/>
                  <a:gd name="csX1" fmla="*/ 1405941 w 1405941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1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" name="Freeform 406">
                <a:extLst>
                  <a:ext uri="{FF2B5EF4-FFF2-40B4-BE49-F238E27FC236}">
                    <a16:creationId xmlns:a16="http://schemas.microsoft.com/office/drawing/2014/main" id="{FF8D4643-A0EB-89B1-EF5C-99BCD2AF45F6}"/>
                  </a:ext>
                </a:extLst>
              </p:cNvPr>
              <p:cNvSpPr/>
              <p:nvPr/>
            </p:nvSpPr>
            <p:spPr>
              <a:xfrm>
                <a:off x="5374116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" name="Freeform 407">
                <a:extLst>
                  <a:ext uri="{FF2B5EF4-FFF2-40B4-BE49-F238E27FC236}">
                    <a16:creationId xmlns:a16="http://schemas.microsoft.com/office/drawing/2014/main" id="{33F3E045-77D0-7C19-EDFD-F18FF9EFE44C}"/>
                  </a:ext>
                </a:extLst>
              </p:cNvPr>
              <p:cNvSpPr/>
              <p:nvPr/>
            </p:nvSpPr>
            <p:spPr>
              <a:xfrm>
                <a:off x="5658132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" name="Freeform 408">
                <a:extLst>
                  <a:ext uri="{FF2B5EF4-FFF2-40B4-BE49-F238E27FC236}">
                    <a16:creationId xmlns:a16="http://schemas.microsoft.com/office/drawing/2014/main" id="{FBC637DE-5AA3-596F-AA48-401C7B1C11FA}"/>
                  </a:ext>
                </a:extLst>
              </p:cNvPr>
              <p:cNvSpPr/>
              <p:nvPr/>
            </p:nvSpPr>
            <p:spPr>
              <a:xfrm>
                <a:off x="5942149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" name="Freeform 409">
                <a:extLst>
                  <a:ext uri="{FF2B5EF4-FFF2-40B4-BE49-F238E27FC236}">
                    <a16:creationId xmlns:a16="http://schemas.microsoft.com/office/drawing/2014/main" id="{60836E88-7303-6F2C-A786-006F045706E4}"/>
                  </a:ext>
                </a:extLst>
              </p:cNvPr>
              <p:cNvSpPr/>
              <p:nvPr/>
            </p:nvSpPr>
            <p:spPr>
              <a:xfrm>
                <a:off x="6226165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2AD0063B-BF54-2014-B2FD-500F5C7DE3C9}"/>
                  </a:ext>
                </a:extLst>
              </p:cNvPr>
              <p:cNvSpPr/>
              <p:nvPr/>
            </p:nvSpPr>
            <p:spPr>
              <a:xfrm>
                <a:off x="6510181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C60EC984-BF8C-6787-BB64-7D65A480C23B}"/>
                  </a:ext>
                </a:extLst>
              </p:cNvPr>
              <p:cNvSpPr/>
              <p:nvPr/>
            </p:nvSpPr>
            <p:spPr>
              <a:xfrm>
                <a:off x="5310209" y="4379572"/>
                <a:ext cx="1405941" cy="10795"/>
              </a:xfrm>
              <a:custGeom>
                <a:avLst/>
                <a:gdLst>
                  <a:gd name="csX0" fmla="*/ 0 w 1405941"/>
                  <a:gd name="csY0" fmla="*/ 0 h 10795"/>
                  <a:gd name="csX1" fmla="*/ 1405941 w 1405941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1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444490D7-4EB2-6591-40D2-D3E0730CA6C7}"/>
                  </a:ext>
                </a:extLst>
              </p:cNvPr>
              <p:cNvSpPr/>
              <p:nvPr/>
            </p:nvSpPr>
            <p:spPr>
              <a:xfrm>
                <a:off x="5310209" y="4087567"/>
                <a:ext cx="1405941" cy="10795"/>
              </a:xfrm>
              <a:custGeom>
                <a:avLst/>
                <a:gdLst>
                  <a:gd name="csX0" fmla="*/ 0 w 1405941"/>
                  <a:gd name="csY0" fmla="*/ 0 h 10795"/>
                  <a:gd name="csX1" fmla="*/ 1405941 w 1405941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1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5C3E57D6-BEFF-79BE-A3DA-ED292CF90384}"/>
                  </a:ext>
                </a:extLst>
              </p:cNvPr>
              <p:cNvSpPr/>
              <p:nvPr/>
            </p:nvSpPr>
            <p:spPr>
              <a:xfrm>
                <a:off x="5310209" y="3795562"/>
                <a:ext cx="1405941" cy="10795"/>
              </a:xfrm>
              <a:custGeom>
                <a:avLst/>
                <a:gdLst>
                  <a:gd name="csX0" fmla="*/ 0 w 1405941"/>
                  <a:gd name="csY0" fmla="*/ 0 h 10795"/>
                  <a:gd name="csX1" fmla="*/ 1405941 w 1405941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1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" name="Freeform 414">
                <a:extLst>
                  <a:ext uri="{FF2B5EF4-FFF2-40B4-BE49-F238E27FC236}">
                    <a16:creationId xmlns:a16="http://schemas.microsoft.com/office/drawing/2014/main" id="{BA9CF9D4-F1EA-1A65-B5A7-3C39ECC19419}"/>
                  </a:ext>
                </a:extLst>
              </p:cNvPr>
              <p:cNvSpPr/>
              <p:nvPr/>
            </p:nvSpPr>
            <p:spPr>
              <a:xfrm>
                <a:off x="5310209" y="3503557"/>
                <a:ext cx="1405941" cy="10795"/>
              </a:xfrm>
              <a:custGeom>
                <a:avLst/>
                <a:gdLst>
                  <a:gd name="csX0" fmla="*/ 0 w 1405941"/>
                  <a:gd name="csY0" fmla="*/ 0 h 10795"/>
                  <a:gd name="csX1" fmla="*/ 1405941 w 1405941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1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AF0166FF-7809-2241-8CAD-83413B8034D8}"/>
                  </a:ext>
                </a:extLst>
              </p:cNvPr>
              <p:cNvSpPr/>
              <p:nvPr/>
            </p:nvSpPr>
            <p:spPr>
              <a:xfrm>
                <a:off x="5310209" y="3211553"/>
                <a:ext cx="1405941" cy="10795"/>
              </a:xfrm>
              <a:custGeom>
                <a:avLst/>
                <a:gdLst>
                  <a:gd name="csX0" fmla="*/ 0 w 1405941"/>
                  <a:gd name="csY0" fmla="*/ 0 h 10795"/>
                  <a:gd name="csX1" fmla="*/ 1405941 w 1405941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1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" name="Freeform 416">
                <a:extLst>
                  <a:ext uri="{FF2B5EF4-FFF2-40B4-BE49-F238E27FC236}">
                    <a16:creationId xmlns:a16="http://schemas.microsoft.com/office/drawing/2014/main" id="{15EB0407-81E4-87FC-5A61-2871468453A7}"/>
                  </a:ext>
                </a:extLst>
              </p:cNvPr>
              <p:cNvSpPr/>
              <p:nvPr/>
            </p:nvSpPr>
            <p:spPr>
              <a:xfrm>
                <a:off x="5516070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" name="Freeform 417">
                <a:extLst>
                  <a:ext uri="{FF2B5EF4-FFF2-40B4-BE49-F238E27FC236}">
                    <a16:creationId xmlns:a16="http://schemas.microsoft.com/office/drawing/2014/main" id="{E7469059-62FF-6771-DC7F-9CA865A742C3}"/>
                  </a:ext>
                </a:extLst>
              </p:cNvPr>
              <p:cNvSpPr/>
              <p:nvPr/>
            </p:nvSpPr>
            <p:spPr>
              <a:xfrm>
                <a:off x="5800086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885C25E4-FFBE-8431-6313-43587533338A}"/>
                  </a:ext>
                </a:extLst>
              </p:cNvPr>
              <p:cNvSpPr/>
              <p:nvPr/>
            </p:nvSpPr>
            <p:spPr>
              <a:xfrm>
                <a:off x="6084211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996C0524-996E-435B-5E68-63F1DB928085}"/>
                  </a:ext>
                </a:extLst>
              </p:cNvPr>
              <p:cNvSpPr/>
              <p:nvPr/>
            </p:nvSpPr>
            <p:spPr>
              <a:xfrm>
                <a:off x="6368227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FBAF6DD7-57F6-2618-8452-EAD3AC8DDF23}"/>
                  </a:ext>
                </a:extLst>
              </p:cNvPr>
              <p:cNvSpPr/>
              <p:nvPr/>
            </p:nvSpPr>
            <p:spPr>
              <a:xfrm>
                <a:off x="6652244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8F4908DD-9EFC-3ED2-321F-C21987198751}"/>
                  </a:ext>
                </a:extLst>
              </p:cNvPr>
              <p:cNvSpPr/>
              <p:nvPr/>
            </p:nvSpPr>
            <p:spPr>
              <a:xfrm>
                <a:off x="5374116" y="3503557"/>
                <a:ext cx="1278127" cy="852697"/>
              </a:xfrm>
              <a:custGeom>
                <a:avLst/>
                <a:gdLst>
                  <a:gd name="csX0" fmla="*/ 0 w 1278127"/>
                  <a:gd name="csY0" fmla="*/ 852697 h 852697"/>
                  <a:gd name="csX1" fmla="*/ 141954 w 1278127"/>
                  <a:gd name="csY1" fmla="*/ 852697 h 852697"/>
                  <a:gd name="csX2" fmla="*/ 284016 w 1278127"/>
                  <a:gd name="csY2" fmla="*/ 845680 h 852697"/>
                  <a:gd name="csX3" fmla="*/ 425971 w 1278127"/>
                  <a:gd name="csY3" fmla="*/ 824630 h 852697"/>
                  <a:gd name="csX4" fmla="*/ 568033 w 1278127"/>
                  <a:gd name="csY4" fmla="*/ 612077 h 852697"/>
                  <a:gd name="csX5" fmla="*/ 710095 w 1278127"/>
                  <a:gd name="csY5" fmla="*/ 348139 h 852697"/>
                  <a:gd name="csX6" fmla="*/ 852049 w 1278127"/>
                  <a:gd name="csY6" fmla="*/ 123819 h 852697"/>
                  <a:gd name="csX7" fmla="*/ 994112 w 1278127"/>
                  <a:gd name="csY7" fmla="*/ 49117 h 852697"/>
                  <a:gd name="csX8" fmla="*/ 1136066 w 1278127"/>
                  <a:gd name="csY8" fmla="*/ 0 h 852697"/>
                  <a:gd name="csX9" fmla="*/ 1278128 w 1278127"/>
                  <a:gd name="csY9" fmla="*/ 7017 h 852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78127" h="852697">
                    <a:moveTo>
                      <a:pt x="0" y="852697"/>
                    </a:moveTo>
                    <a:lnTo>
                      <a:pt x="141954" y="852697"/>
                    </a:lnTo>
                    <a:lnTo>
                      <a:pt x="284016" y="845680"/>
                    </a:lnTo>
                    <a:lnTo>
                      <a:pt x="425971" y="824630"/>
                    </a:lnTo>
                    <a:lnTo>
                      <a:pt x="568033" y="612077"/>
                    </a:lnTo>
                    <a:lnTo>
                      <a:pt x="710095" y="348139"/>
                    </a:lnTo>
                    <a:lnTo>
                      <a:pt x="852049" y="123819"/>
                    </a:lnTo>
                    <a:lnTo>
                      <a:pt x="994112" y="49117"/>
                    </a:lnTo>
                    <a:lnTo>
                      <a:pt x="1136066" y="0"/>
                    </a:lnTo>
                    <a:lnTo>
                      <a:pt x="1278128" y="7017"/>
                    </a:lnTo>
                  </a:path>
                </a:pathLst>
              </a:custGeom>
              <a:noFill/>
              <a:ln w="22993" cap="flat">
                <a:solidFill>
                  <a:srgbClr val="FF0000"/>
                </a:solidFill>
                <a:custDash>
                  <a:ds d="853500" sp="8535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3" name="Freeform 422">
                <a:extLst>
                  <a:ext uri="{FF2B5EF4-FFF2-40B4-BE49-F238E27FC236}">
                    <a16:creationId xmlns:a16="http://schemas.microsoft.com/office/drawing/2014/main" id="{07CAE5A8-23BA-E026-D624-635954EA453C}"/>
                  </a:ext>
                </a:extLst>
              </p:cNvPr>
              <p:cNvSpPr/>
              <p:nvPr/>
            </p:nvSpPr>
            <p:spPr>
              <a:xfrm>
                <a:off x="5374116" y="3400789"/>
                <a:ext cx="1278127" cy="39725"/>
              </a:xfrm>
              <a:custGeom>
                <a:avLst/>
                <a:gdLst>
                  <a:gd name="csX0" fmla="*/ 0 w 1278127"/>
                  <a:gd name="csY0" fmla="*/ 35084 h 39725"/>
                  <a:gd name="csX1" fmla="*/ 141954 w 1278127"/>
                  <a:gd name="csY1" fmla="*/ 30334 h 39725"/>
                  <a:gd name="csX2" fmla="*/ 284016 w 1278127"/>
                  <a:gd name="csY2" fmla="*/ 25692 h 39725"/>
                  <a:gd name="csX3" fmla="*/ 425971 w 1278127"/>
                  <a:gd name="csY3" fmla="*/ 4642 h 39725"/>
                  <a:gd name="csX4" fmla="*/ 568033 w 1278127"/>
                  <a:gd name="csY4" fmla="*/ 28067 h 39725"/>
                  <a:gd name="csX5" fmla="*/ 710095 w 1278127"/>
                  <a:gd name="csY5" fmla="*/ 9392 h 39725"/>
                  <a:gd name="csX6" fmla="*/ 852049 w 1278127"/>
                  <a:gd name="csY6" fmla="*/ 11659 h 39725"/>
                  <a:gd name="csX7" fmla="*/ 994112 w 1278127"/>
                  <a:gd name="csY7" fmla="*/ 39726 h 39725"/>
                  <a:gd name="csX8" fmla="*/ 1136066 w 1278127"/>
                  <a:gd name="csY8" fmla="*/ 30334 h 39725"/>
                  <a:gd name="csX9" fmla="*/ 1278128 w 1278127"/>
                  <a:gd name="csY9" fmla="*/ 0 h 39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78127" h="39725">
                    <a:moveTo>
                      <a:pt x="0" y="35084"/>
                    </a:moveTo>
                    <a:lnTo>
                      <a:pt x="141954" y="30334"/>
                    </a:lnTo>
                    <a:lnTo>
                      <a:pt x="284016" y="25692"/>
                    </a:lnTo>
                    <a:lnTo>
                      <a:pt x="425971" y="4642"/>
                    </a:lnTo>
                    <a:lnTo>
                      <a:pt x="568033" y="28067"/>
                    </a:lnTo>
                    <a:lnTo>
                      <a:pt x="710095" y="9392"/>
                    </a:lnTo>
                    <a:lnTo>
                      <a:pt x="852049" y="11659"/>
                    </a:lnTo>
                    <a:lnTo>
                      <a:pt x="994112" y="39726"/>
                    </a:lnTo>
                    <a:lnTo>
                      <a:pt x="1136066" y="30334"/>
                    </a:lnTo>
                    <a:lnTo>
                      <a:pt x="1278128" y="0"/>
                    </a:lnTo>
                  </a:path>
                </a:pathLst>
              </a:custGeom>
              <a:noFill/>
              <a:ln w="22993" cap="flat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" name="Oval 423">
                <a:extLst>
                  <a:ext uri="{FF2B5EF4-FFF2-40B4-BE49-F238E27FC236}">
                    <a16:creationId xmlns:a16="http://schemas.microsoft.com/office/drawing/2014/main" id="{338AB180-9F70-8A50-D548-D6101DF4E838}"/>
                  </a:ext>
                </a:extLst>
              </p:cNvPr>
              <p:cNvSpPr/>
              <p:nvPr/>
            </p:nvSpPr>
            <p:spPr>
              <a:xfrm>
                <a:off x="5347236" y="3408993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" name="Oval 424">
                <a:extLst>
                  <a:ext uri="{FF2B5EF4-FFF2-40B4-BE49-F238E27FC236}">
                    <a16:creationId xmlns:a16="http://schemas.microsoft.com/office/drawing/2014/main" id="{4EC90BC1-7AC8-7192-C2C0-EF52A098C96E}"/>
                  </a:ext>
                </a:extLst>
              </p:cNvPr>
              <p:cNvSpPr/>
              <p:nvPr/>
            </p:nvSpPr>
            <p:spPr>
              <a:xfrm>
                <a:off x="5347236" y="4329375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" name="Oval 425">
                <a:extLst>
                  <a:ext uri="{FF2B5EF4-FFF2-40B4-BE49-F238E27FC236}">
                    <a16:creationId xmlns:a16="http://schemas.microsoft.com/office/drawing/2014/main" id="{B3199B8F-4B17-3DAC-D334-EA978D3C944F}"/>
                  </a:ext>
                </a:extLst>
              </p:cNvPr>
              <p:cNvSpPr/>
              <p:nvPr/>
            </p:nvSpPr>
            <p:spPr>
              <a:xfrm>
                <a:off x="5489190" y="3404243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" name="Oval 426">
                <a:extLst>
                  <a:ext uri="{FF2B5EF4-FFF2-40B4-BE49-F238E27FC236}">
                    <a16:creationId xmlns:a16="http://schemas.microsoft.com/office/drawing/2014/main" id="{958D50F8-3E0C-5FB2-A032-59A0AE1C96EB}"/>
                  </a:ext>
                </a:extLst>
              </p:cNvPr>
              <p:cNvSpPr/>
              <p:nvPr/>
            </p:nvSpPr>
            <p:spPr>
              <a:xfrm>
                <a:off x="5489190" y="4329375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8" name="Oval 427">
                <a:extLst>
                  <a:ext uri="{FF2B5EF4-FFF2-40B4-BE49-F238E27FC236}">
                    <a16:creationId xmlns:a16="http://schemas.microsoft.com/office/drawing/2014/main" id="{5BF4C6FB-C000-E8B7-9D16-DEFA7CC8BE78}"/>
                  </a:ext>
                </a:extLst>
              </p:cNvPr>
              <p:cNvSpPr/>
              <p:nvPr/>
            </p:nvSpPr>
            <p:spPr>
              <a:xfrm>
                <a:off x="5631253" y="3399602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9" name="Oval 428">
                <a:extLst>
                  <a:ext uri="{FF2B5EF4-FFF2-40B4-BE49-F238E27FC236}">
                    <a16:creationId xmlns:a16="http://schemas.microsoft.com/office/drawing/2014/main" id="{EA0DDFB8-FB05-BDD9-3A8B-37F0DE8F33AA}"/>
                  </a:ext>
                </a:extLst>
              </p:cNvPr>
              <p:cNvSpPr/>
              <p:nvPr/>
            </p:nvSpPr>
            <p:spPr>
              <a:xfrm>
                <a:off x="5631253" y="4322358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" name="Oval 429">
                <a:extLst>
                  <a:ext uri="{FF2B5EF4-FFF2-40B4-BE49-F238E27FC236}">
                    <a16:creationId xmlns:a16="http://schemas.microsoft.com/office/drawing/2014/main" id="{54025A2F-A378-332F-8204-318F36826953}"/>
                  </a:ext>
                </a:extLst>
              </p:cNvPr>
              <p:cNvSpPr/>
              <p:nvPr/>
            </p:nvSpPr>
            <p:spPr>
              <a:xfrm>
                <a:off x="5773207" y="3378551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" name="Oval 430">
                <a:extLst>
                  <a:ext uri="{FF2B5EF4-FFF2-40B4-BE49-F238E27FC236}">
                    <a16:creationId xmlns:a16="http://schemas.microsoft.com/office/drawing/2014/main" id="{1D64F699-AA88-7C46-CFC7-3E8363B5D217}"/>
                  </a:ext>
                </a:extLst>
              </p:cNvPr>
              <p:cNvSpPr/>
              <p:nvPr/>
            </p:nvSpPr>
            <p:spPr>
              <a:xfrm>
                <a:off x="5773207" y="4301308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" name="Oval 431">
                <a:extLst>
                  <a:ext uri="{FF2B5EF4-FFF2-40B4-BE49-F238E27FC236}">
                    <a16:creationId xmlns:a16="http://schemas.microsoft.com/office/drawing/2014/main" id="{37DB6C99-EF42-9AD4-9070-9952E0D17AD8}"/>
                  </a:ext>
                </a:extLst>
              </p:cNvPr>
              <p:cNvSpPr/>
              <p:nvPr/>
            </p:nvSpPr>
            <p:spPr>
              <a:xfrm>
                <a:off x="5915269" y="3401976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" name="Oval 432">
                <a:extLst>
                  <a:ext uri="{FF2B5EF4-FFF2-40B4-BE49-F238E27FC236}">
                    <a16:creationId xmlns:a16="http://schemas.microsoft.com/office/drawing/2014/main" id="{0C4D52A0-873C-067D-63F9-1533CF9F8799}"/>
                  </a:ext>
                </a:extLst>
              </p:cNvPr>
              <p:cNvSpPr/>
              <p:nvPr/>
            </p:nvSpPr>
            <p:spPr>
              <a:xfrm>
                <a:off x="5915269" y="4088754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" name="Oval 433">
                <a:extLst>
                  <a:ext uri="{FF2B5EF4-FFF2-40B4-BE49-F238E27FC236}">
                    <a16:creationId xmlns:a16="http://schemas.microsoft.com/office/drawing/2014/main" id="{AAD87EF1-DB15-8FC7-AD91-AD982DD1BFF4}"/>
                  </a:ext>
                </a:extLst>
              </p:cNvPr>
              <p:cNvSpPr/>
              <p:nvPr/>
            </p:nvSpPr>
            <p:spPr>
              <a:xfrm>
                <a:off x="6057331" y="3383301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" name="Oval 434">
                <a:extLst>
                  <a:ext uri="{FF2B5EF4-FFF2-40B4-BE49-F238E27FC236}">
                    <a16:creationId xmlns:a16="http://schemas.microsoft.com/office/drawing/2014/main" id="{7AC733CC-E0DD-D8B1-E912-9063C44F556F}"/>
                  </a:ext>
                </a:extLst>
              </p:cNvPr>
              <p:cNvSpPr/>
              <p:nvPr/>
            </p:nvSpPr>
            <p:spPr>
              <a:xfrm>
                <a:off x="6057331" y="3824817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6" name="Oval 435">
                <a:extLst>
                  <a:ext uri="{FF2B5EF4-FFF2-40B4-BE49-F238E27FC236}">
                    <a16:creationId xmlns:a16="http://schemas.microsoft.com/office/drawing/2014/main" id="{E2435381-225F-0915-9EF9-04C3CCED7BD1}"/>
                  </a:ext>
                </a:extLst>
              </p:cNvPr>
              <p:cNvSpPr/>
              <p:nvPr/>
            </p:nvSpPr>
            <p:spPr>
              <a:xfrm>
                <a:off x="6199286" y="3385568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7" name="Oval 436">
                <a:extLst>
                  <a:ext uri="{FF2B5EF4-FFF2-40B4-BE49-F238E27FC236}">
                    <a16:creationId xmlns:a16="http://schemas.microsoft.com/office/drawing/2014/main" id="{9B642484-A914-1287-C442-1D4C0C77AB7F}"/>
                  </a:ext>
                </a:extLst>
              </p:cNvPr>
              <p:cNvSpPr/>
              <p:nvPr/>
            </p:nvSpPr>
            <p:spPr>
              <a:xfrm>
                <a:off x="6199286" y="3600497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8" name="Oval 437">
                <a:extLst>
                  <a:ext uri="{FF2B5EF4-FFF2-40B4-BE49-F238E27FC236}">
                    <a16:creationId xmlns:a16="http://schemas.microsoft.com/office/drawing/2014/main" id="{75186BFC-30AC-AC04-8E0E-D241EF2A1A54}"/>
                  </a:ext>
                </a:extLst>
              </p:cNvPr>
              <p:cNvSpPr/>
              <p:nvPr/>
            </p:nvSpPr>
            <p:spPr>
              <a:xfrm>
                <a:off x="6341348" y="3413635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9" name="Oval 438">
                <a:extLst>
                  <a:ext uri="{FF2B5EF4-FFF2-40B4-BE49-F238E27FC236}">
                    <a16:creationId xmlns:a16="http://schemas.microsoft.com/office/drawing/2014/main" id="{C7E8313A-453F-80D3-01FC-BD912F2D5579}"/>
                  </a:ext>
                </a:extLst>
              </p:cNvPr>
              <p:cNvSpPr/>
              <p:nvPr/>
            </p:nvSpPr>
            <p:spPr>
              <a:xfrm>
                <a:off x="6341348" y="3525795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" name="Oval 439">
                <a:extLst>
                  <a:ext uri="{FF2B5EF4-FFF2-40B4-BE49-F238E27FC236}">
                    <a16:creationId xmlns:a16="http://schemas.microsoft.com/office/drawing/2014/main" id="{A4AC65DE-04D9-B50E-5AB9-60B97F94EA21}"/>
                  </a:ext>
                </a:extLst>
              </p:cNvPr>
              <p:cNvSpPr/>
              <p:nvPr/>
            </p:nvSpPr>
            <p:spPr>
              <a:xfrm>
                <a:off x="6483302" y="3404243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" name="Oval 440">
                <a:extLst>
                  <a:ext uri="{FF2B5EF4-FFF2-40B4-BE49-F238E27FC236}">
                    <a16:creationId xmlns:a16="http://schemas.microsoft.com/office/drawing/2014/main" id="{9BCE450B-467D-EFA9-753B-9DC4973CE774}"/>
                  </a:ext>
                </a:extLst>
              </p:cNvPr>
              <p:cNvSpPr/>
              <p:nvPr/>
            </p:nvSpPr>
            <p:spPr>
              <a:xfrm>
                <a:off x="6483302" y="3476678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" name="Oval 441">
                <a:extLst>
                  <a:ext uri="{FF2B5EF4-FFF2-40B4-BE49-F238E27FC236}">
                    <a16:creationId xmlns:a16="http://schemas.microsoft.com/office/drawing/2014/main" id="{9D4CF326-E00F-ED89-3B82-B8F0DBDEAFE7}"/>
                  </a:ext>
                </a:extLst>
              </p:cNvPr>
              <p:cNvSpPr/>
              <p:nvPr/>
            </p:nvSpPr>
            <p:spPr>
              <a:xfrm>
                <a:off x="6625364" y="3373909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" name="Oval 442">
                <a:extLst>
                  <a:ext uri="{FF2B5EF4-FFF2-40B4-BE49-F238E27FC236}">
                    <a16:creationId xmlns:a16="http://schemas.microsoft.com/office/drawing/2014/main" id="{11C0F6BC-61EC-20D0-891E-683DDD435D73}"/>
                  </a:ext>
                </a:extLst>
              </p:cNvPr>
              <p:cNvSpPr/>
              <p:nvPr/>
            </p:nvSpPr>
            <p:spPr>
              <a:xfrm>
                <a:off x="6625364" y="3483695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FA170D21-4E1D-B7E0-80B1-6D57DF16943A}"/>
                  </a:ext>
                </a:extLst>
              </p:cNvPr>
              <p:cNvSpPr/>
              <p:nvPr/>
            </p:nvSpPr>
            <p:spPr>
              <a:xfrm>
                <a:off x="5310209" y="3153152"/>
                <a:ext cx="1406048" cy="1284820"/>
              </a:xfrm>
              <a:prstGeom prst="rect">
                <a:avLst/>
              </a:prstGeom>
              <a:noFill/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" name="Rectangle 445">
                <a:extLst>
                  <a:ext uri="{FF2B5EF4-FFF2-40B4-BE49-F238E27FC236}">
                    <a16:creationId xmlns:a16="http://schemas.microsoft.com/office/drawing/2014/main" id="{935E5F5C-B503-7D98-9832-2E37691AB624}"/>
                  </a:ext>
                </a:extLst>
              </p:cNvPr>
              <p:cNvSpPr/>
              <p:nvPr/>
            </p:nvSpPr>
            <p:spPr>
              <a:xfrm>
                <a:off x="6775307" y="3153152"/>
                <a:ext cx="1406048" cy="1284820"/>
              </a:xfrm>
              <a:prstGeom prst="rect">
                <a:avLst/>
              </a:prstGeom>
              <a:solidFill>
                <a:srgbClr val="FFFFFF"/>
              </a:solidFill>
              <a:ln w="11551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7" name="Freeform 446">
                <a:extLst>
                  <a:ext uri="{FF2B5EF4-FFF2-40B4-BE49-F238E27FC236}">
                    <a16:creationId xmlns:a16="http://schemas.microsoft.com/office/drawing/2014/main" id="{1C645567-6C4D-8024-7B22-7282A06EE663}"/>
                  </a:ext>
                </a:extLst>
              </p:cNvPr>
              <p:cNvSpPr/>
              <p:nvPr/>
            </p:nvSpPr>
            <p:spPr>
              <a:xfrm>
                <a:off x="6775307" y="4233623"/>
                <a:ext cx="1406048" cy="10795"/>
              </a:xfrm>
              <a:custGeom>
                <a:avLst/>
                <a:gdLst>
                  <a:gd name="csX0" fmla="*/ 0 w 1406048"/>
                  <a:gd name="csY0" fmla="*/ 0 h 10795"/>
                  <a:gd name="csX1" fmla="*/ 1406049 w 1406048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6048" h="10795">
                    <a:moveTo>
                      <a:pt x="0" y="0"/>
                    </a:moveTo>
                    <a:lnTo>
                      <a:pt x="1406049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" name="Freeform 447">
                <a:extLst>
                  <a:ext uri="{FF2B5EF4-FFF2-40B4-BE49-F238E27FC236}">
                    <a16:creationId xmlns:a16="http://schemas.microsoft.com/office/drawing/2014/main" id="{2F767F1B-5A0C-DADD-06D2-C57B12F69DE9}"/>
                  </a:ext>
                </a:extLst>
              </p:cNvPr>
              <p:cNvSpPr/>
              <p:nvPr/>
            </p:nvSpPr>
            <p:spPr>
              <a:xfrm>
                <a:off x="6775307" y="3941619"/>
                <a:ext cx="1406048" cy="10795"/>
              </a:xfrm>
              <a:custGeom>
                <a:avLst/>
                <a:gdLst>
                  <a:gd name="csX0" fmla="*/ 0 w 1406048"/>
                  <a:gd name="csY0" fmla="*/ 0 h 10795"/>
                  <a:gd name="csX1" fmla="*/ 1406049 w 1406048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6048" h="10795">
                    <a:moveTo>
                      <a:pt x="0" y="0"/>
                    </a:moveTo>
                    <a:lnTo>
                      <a:pt x="1406049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9" name="Freeform 448">
                <a:extLst>
                  <a:ext uri="{FF2B5EF4-FFF2-40B4-BE49-F238E27FC236}">
                    <a16:creationId xmlns:a16="http://schemas.microsoft.com/office/drawing/2014/main" id="{11378383-9684-6487-E5C3-C97A6FFB0D4D}"/>
                  </a:ext>
                </a:extLst>
              </p:cNvPr>
              <p:cNvSpPr/>
              <p:nvPr/>
            </p:nvSpPr>
            <p:spPr>
              <a:xfrm>
                <a:off x="6775307" y="3649614"/>
                <a:ext cx="1406048" cy="10795"/>
              </a:xfrm>
              <a:custGeom>
                <a:avLst/>
                <a:gdLst>
                  <a:gd name="csX0" fmla="*/ 0 w 1406048"/>
                  <a:gd name="csY0" fmla="*/ 0 h 10795"/>
                  <a:gd name="csX1" fmla="*/ 1406049 w 1406048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6048" h="10795">
                    <a:moveTo>
                      <a:pt x="0" y="0"/>
                    </a:moveTo>
                    <a:lnTo>
                      <a:pt x="1406049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" name="Freeform 449">
                <a:extLst>
                  <a:ext uri="{FF2B5EF4-FFF2-40B4-BE49-F238E27FC236}">
                    <a16:creationId xmlns:a16="http://schemas.microsoft.com/office/drawing/2014/main" id="{316E957D-3288-0F20-4871-53A2CAF6B11C}"/>
                  </a:ext>
                </a:extLst>
              </p:cNvPr>
              <p:cNvSpPr/>
              <p:nvPr/>
            </p:nvSpPr>
            <p:spPr>
              <a:xfrm>
                <a:off x="6775307" y="3357609"/>
                <a:ext cx="1406048" cy="10795"/>
              </a:xfrm>
              <a:custGeom>
                <a:avLst/>
                <a:gdLst>
                  <a:gd name="csX0" fmla="*/ 0 w 1406048"/>
                  <a:gd name="csY0" fmla="*/ 0 h 10795"/>
                  <a:gd name="csX1" fmla="*/ 1406049 w 1406048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6048" h="10795">
                    <a:moveTo>
                      <a:pt x="0" y="0"/>
                    </a:moveTo>
                    <a:lnTo>
                      <a:pt x="1406049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5FB57B5A-3969-47A2-47F0-F9738C2A3C4F}"/>
                  </a:ext>
                </a:extLst>
              </p:cNvPr>
              <p:cNvSpPr/>
              <p:nvPr/>
            </p:nvSpPr>
            <p:spPr>
              <a:xfrm>
                <a:off x="6839213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5F55C6E9-73CA-3EF1-B57E-A60433B30715}"/>
                  </a:ext>
                </a:extLst>
              </p:cNvPr>
              <p:cNvSpPr/>
              <p:nvPr/>
            </p:nvSpPr>
            <p:spPr>
              <a:xfrm>
                <a:off x="7123230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2C3A553A-F718-65B5-9277-A90DEF25D7C6}"/>
                  </a:ext>
                </a:extLst>
              </p:cNvPr>
              <p:cNvSpPr/>
              <p:nvPr/>
            </p:nvSpPr>
            <p:spPr>
              <a:xfrm>
                <a:off x="7407354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1B7A0D51-97BB-9D4B-47BA-9FD1A142CCB7}"/>
                  </a:ext>
                </a:extLst>
              </p:cNvPr>
              <p:cNvSpPr/>
              <p:nvPr/>
            </p:nvSpPr>
            <p:spPr>
              <a:xfrm>
                <a:off x="7691370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5" name="Freeform 454">
                <a:extLst>
                  <a:ext uri="{FF2B5EF4-FFF2-40B4-BE49-F238E27FC236}">
                    <a16:creationId xmlns:a16="http://schemas.microsoft.com/office/drawing/2014/main" id="{713B526D-844B-CDE8-D8FB-2EE99B9914D0}"/>
                  </a:ext>
                </a:extLst>
              </p:cNvPr>
              <p:cNvSpPr/>
              <p:nvPr/>
            </p:nvSpPr>
            <p:spPr>
              <a:xfrm>
                <a:off x="7975387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6" name="Freeform 455">
                <a:extLst>
                  <a:ext uri="{FF2B5EF4-FFF2-40B4-BE49-F238E27FC236}">
                    <a16:creationId xmlns:a16="http://schemas.microsoft.com/office/drawing/2014/main" id="{B8C472BA-2504-33FB-96AE-1D5B1E431AEF}"/>
                  </a:ext>
                </a:extLst>
              </p:cNvPr>
              <p:cNvSpPr/>
              <p:nvPr/>
            </p:nvSpPr>
            <p:spPr>
              <a:xfrm>
                <a:off x="6775307" y="4379572"/>
                <a:ext cx="1406048" cy="10795"/>
              </a:xfrm>
              <a:custGeom>
                <a:avLst/>
                <a:gdLst>
                  <a:gd name="csX0" fmla="*/ 0 w 1406048"/>
                  <a:gd name="csY0" fmla="*/ 0 h 10795"/>
                  <a:gd name="csX1" fmla="*/ 1406049 w 1406048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6048" h="10795">
                    <a:moveTo>
                      <a:pt x="0" y="0"/>
                    </a:moveTo>
                    <a:lnTo>
                      <a:pt x="1406049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7" name="Freeform 456">
                <a:extLst>
                  <a:ext uri="{FF2B5EF4-FFF2-40B4-BE49-F238E27FC236}">
                    <a16:creationId xmlns:a16="http://schemas.microsoft.com/office/drawing/2014/main" id="{849CE0BD-286B-0385-E2C9-45612A6A59A4}"/>
                  </a:ext>
                </a:extLst>
              </p:cNvPr>
              <p:cNvSpPr/>
              <p:nvPr/>
            </p:nvSpPr>
            <p:spPr>
              <a:xfrm>
                <a:off x="6775307" y="4087567"/>
                <a:ext cx="1406048" cy="10795"/>
              </a:xfrm>
              <a:custGeom>
                <a:avLst/>
                <a:gdLst>
                  <a:gd name="csX0" fmla="*/ 0 w 1406048"/>
                  <a:gd name="csY0" fmla="*/ 0 h 10795"/>
                  <a:gd name="csX1" fmla="*/ 1406049 w 1406048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6048" h="10795">
                    <a:moveTo>
                      <a:pt x="0" y="0"/>
                    </a:moveTo>
                    <a:lnTo>
                      <a:pt x="1406049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8" name="Freeform 457">
                <a:extLst>
                  <a:ext uri="{FF2B5EF4-FFF2-40B4-BE49-F238E27FC236}">
                    <a16:creationId xmlns:a16="http://schemas.microsoft.com/office/drawing/2014/main" id="{D54D2ACE-592A-B51A-AA12-96DA4E05EE75}"/>
                  </a:ext>
                </a:extLst>
              </p:cNvPr>
              <p:cNvSpPr/>
              <p:nvPr/>
            </p:nvSpPr>
            <p:spPr>
              <a:xfrm>
                <a:off x="6775307" y="3795562"/>
                <a:ext cx="1406048" cy="10795"/>
              </a:xfrm>
              <a:custGeom>
                <a:avLst/>
                <a:gdLst>
                  <a:gd name="csX0" fmla="*/ 0 w 1406048"/>
                  <a:gd name="csY0" fmla="*/ 0 h 10795"/>
                  <a:gd name="csX1" fmla="*/ 1406049 w 1406048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6048" h="10795">
                    <a:moveTo>
                      <a:pt x="0" y="0"/>
                    </a:moveTo>
                    <a:lnTo>
                      <a:pt x="1406049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58112175-D70C-8FC8-AD7C-806D88E7A3A6}"/>
                  </a:ext>
                </a:extLst>
              </p:cNvPr>
              <p:cNvSpPr/>
              <p:nvPr/>
            </p:nvSpPr>
            <p:spPr>
              <a:xfrm>
                <a:off x="6775307" y="3503557"/>
                <a:ext cx="1406048" cy="10795"/>
              </a:xfrm>
              <a:custGeom>
                <a:avLst/>
                <a:gdLst>
                  <a:gd name="csX0" fmla="*/ 0 w 1406048"/>
                  <a:gd name="csY0" fmla="*/ 0 h 10795"/>
                  <a:gd name="csX1" fmla="*/ 1406049 w 1406048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6048" h="10795">
                    <a:moveTo>
                      <a:pt x="0" y="0"/>
                    </a:moveTo>
                    <a:lnTo>
                      <a:pt x="1406049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13344020-A776-7AB6-4E40-F617BC4FB5AC}"/>
                  </a:ext>
                </a:extLst>
              </p:cNvPr>
              <p:cNvSpPr/>
              <p:nvPr/>
            </p:nvSpPr>
            <p:spPr>
              <a:xfrm>
                <a:off x="6775307" y="3211553"/>
                <a:ext cx="1406048" cy="10795"/>
              </a:xfrm>
              <a:custGeom>
                <a:avLst/>
                <a:gdLst>
                  <a:gd name="csX0" fmla="*/ 0 w 1406048"/>
                  <a:gd name="csY0" fmla="*/ 0 h 10795"/>
                  <a:gd name="csX1" fmla="*/ 1406049 w 1406048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6048" h="10795">
                    <a:moveTo>
                      <a:pt x="0" y="0"/>
                    </a:moveTo>
                    <a:lnTo>
                      <a:pt x="1406049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2F6527BD-9872-C75B-5C6B-DDCA6C7A71BE}"/>
                  </a:ext>
                </a:extLst>
              </p:cNvPr>
              <p:cNvSpPr/>
              <p:nvPr/>
            </p:nvSpPr>
            <p:spPr>
              <a:xfrm>
                <a:off x="6981275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42740747-014A-D287-B3DB-D175E049B6D6}"/>
                  </a:ext>
                </a:extLst>
              </p:cNvPr>
              <p:cNvSpPr/>
              <p:nvPr/>
            </p:nvSpPr>
            <p:spPr>
              <a:xfrm>
                <a:off x="7265292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C66606CD-EEEE-4DD8-92F1-200CB3437D82}"/>
                  </a:ext>
                </a:extLst>
              </p:cNvPr>
              <p:cNvSpPr/>
              <p:nvPr/>
            </p:nvSpPr>
            <p:spPr>
              <a:xfrm>
                <a:off x="7549308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7D3C5A76-9A93-51C0-E942-CD8402290ED1}"/>
                  </a:ext>
                </a:extLst>
              </p:cNvPr>
              <p:cNvSpPr/>
              <p:nvPr/>
            </p:nvSpPr>
            <p:spPr>
              <a:xfrm>
                <a:off x="7833325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5" name="Freeform 464">
                <a:extLst>
                  <a:ext uri="{FF2B5EF4-FFF2-40B4-BE49-F238E27FC236}">
                    <a16:creationId xmlns:a16="http://schemas.microsoft.com/office/drawing/2014/main" id="{111594D5-F4FC-2A75-38A2-8160E806EC0D}"/>
                  </a:ext>
                </a:extLst>
              </p:cNvPr>
              <p:cNvSpPr/>
              <p:nvPr/>
            </p:nvSpPr>
            <p:spPr>
              <a:xfrm>
                <a:off x="8117449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6" name="Freeform 465">
                <a:extLst>
                  <a:ext uri="{FF2B5EF4-FFF2-40B4-BE49-F238E27FC236}">
                    <a16:creationId xmlns:a16="http://schemas.microsoft.com/office/drawing/2014/main" id="{4CD4B22A-3088-3961-9ACD-CD5C4A867839}"/>
                  </a:ext>
                </a:extLst>
              </p:cNvPr>
              <p:cNvSpPr/>
              <p:nvPr/>
            </p:nvSpPr>
            <p:spPr>
              <a:xfrm>
                <a:off x="6839213" y="3407806"/>
                <a:ext cx="1278235" cy="948448"/>
              </a:xfrm>
              <a:custGeom>
                <a:avLst/>
                <a:gdLst>
                  <a:gd name="csX0" fmla="*/ 0 w 1278235"/>
                  <a:gd name="csY0" fmla="*/ 948449 h 948448"/>
                  <a:gd name="csX1" fmla="*/ 142062 w 1278235"/>
                  <a:gd name="csY1" fmla="*/ 948449 h 948448"/>
                  <a:gd name="csX2" fmla="*/ 284016 w 1278235"/>
                  <a:gd name="csY2" fmla="*/ 946074 h 948448"/>
                  <a:gd name="csX3" fmla="*/ 426079 w 1278235"/>
                  <a:gd name="csY3" fmla="*/ 871372 h 948448"/>
                  <a:gd name="csX4" fmla="*/ 568141 w 1278235"/>
                  <a:gd name="csY4" fmla="*/ 679761 h 948448"/>
                  <a:gd name="csX5" fmla="*/ 710095 w 1278235"/>
                  <a:gd name="csY5" fmla="*/ 341014 h 948448"/>
                  <a:gd name="csX6" fmla="*/ 852157 w 1278235"/>
                  <a:gd name="csY6" fmla="*/ 193878 h 948448"/>
                  <a:gd name="csX7" fmla="*/ 994112 w 1278235"/>
                  <a:gd name="csY7" fmla="*/ 63043 h 948448"/>
                  <a:gd name="csX8" fmla="*/ 1136173 w 1278235"/>
                  <a:gd name="csY8" fmla="*/ 0 h 948448"/>
                  <a:gd name="csX9" fmla="*/ 1278236 w 1278235"/>
                  <a:gd name="csY9" fmla="*/ 9284 h 9484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78235" h="948448">
                    <a:moveTo>
                      <a:pt x="0" y="948449"/>
                    </a:moveTo>
                    <a:lnTo>
                      <a:pt x="142062" y="948449"/>
                    </a:lnTo>
                    <a:lnTo>
                      <a:pt x="284016" y="946074"/>
                    </a:lnTo>
                    <a:lnTo>
                      <a:pt x="426079" y="871372"/>
                    </a:lnTo>
                    <a:lnTo>
                      <a:pt x="568141" y="679761"/>
                    </a:lnTo>
                    <a:lnTo>
                      <a:pt x="710095" y="341014"/>
                    </a:lnTo>
                    <a:lnTo>
                      <a:pt x="852157" y="193878"/>
                    </a:lnTo>
                    <a:lnTo>
                      <a:pt x="994112" y="63043"/>
                    </a:lnTo>
                    <a:lnTo>
                      <a:pt x="1136173" y="0"/>
                    </a:lnTo>
                    <a:lnTo>
                      <a:pt x="1278236" y="9284"/>
                    </a:lnTo>
                  </a:path>
                </a:pathLst>
              </a:custGeom>
              <a:noFill/>
              <a:ln w="22993" cap="flat">
                <a:solidFill>
                  <a:srgbClr val="FF0000"/>
                </a:solidFill>
                <a:custDash>
                  <a:ds d="853500" sp="8535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3924462B-D03D-C2E4-1C84-946976C79061}"/>
                  </a:ext>
                </a:extLst>
              </p:cNvPr>
              <p:cNvSpPr/>
              <p:nvPr/>
            </p:nvSpPr>
            <p:spPr>
              <a:xfrm>
                <a:off x="6839213" y="3309679"/>
                <a:ext cx="1278235" cy="119176"/>
              </a:xfrm>
              <a:custGeom>
                <a:avLst/>
                <a:gdLst>
                  <a:gd name="csX0" fmla="*/ 0 w 1278235"/>
                  <a:gd name="csY0" fmla="*/ 119177 h 119176"/>
                  <a:gd name="csX1" fmla="*/ 142062 w 1278235"/>
                  <a:gd name="csY1" fmla="*/ 2375 h 119176"/>
                  <a:gd name="csX2" fmla="*/ 284016 w 1278235"/>
                  <a:gd name="csY2" fmla="*/ 25692 h 119176"/>
                  <a:gd name="csX3" fmla="*/ 426079 w 1278235"/>
                  <a:gd name="csY3" fmla="*/ 21050 h 119176"/>
                  <a:gd name="csX4" fmla="*/ 568141 w 1278235"/>
                  <a:gd name="csY4" fmla="*/ 49009 h 119176"/>
                  <a:gd name="csX5" fmla="*/ 710095 w 1278235"/>
                  <a:gd name="csY5" fmla="*/ 32709 h 119176"/>
                  <a:gd name="csX6" fmla="*/ 852157 w 1278235"/>
                  <a:gd name="csY6" fmla="*/ 0 h 119176"/>
                  <a:gd name="csX7" fmla="*/ 994112 w 1278235"/>
                  <a:gd name="csY7" fmla="*/ 39726 h 119176"/>
                  <a:gd name="csX8" fmla="*/ 1136173 w 1278235"/>
                  <a:gd name="csY8" fmla="*/ 32709 h 119176"/>
                  <a:gd name="csX9" fmla="*/ 1278236 w 1278235"/>
                  <a:gd name="csY9" fmla="*/ 32709 h 1191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78235" h="119176">
                    <a:moveTo>
                      <a:pt x="0" y="119177"/>
                    </a:moveTo>
                    <a:lnTo>
                      <a:pt x="142062" y="2375"/>
                    </a:lnTo>
                    <a:lnTo>
                      <a:pt x="284016" y="25692"/>
                    </a:lnTo>
                    <a:lnTo>
                      <a:pt x="426079" y="21050"/>
                    </a:lnTo>
                    <a:lnTo>
                      <a:pt x="568141" y="49009"/>
                    </a:lnTo>
                    <a:lnTo>
                      <a:pt x="710095" y="32709"/>
                    </a:lnTo>
                    <a:lnTo>
                      <a:pt x="852157" y="0"/>
                    </a:lnTo>
                    <a:lnTo>
                      <a:pt x="994112" y="39726"/>
                    </a:lnTo>
                    <a:lnTo>
                      <a:pt x="1136173" y="32709"/>
                    </a:lnTo>
                    <a:lnTo>
                      <a:pt x="1278236" y="32709"/>
                    </a:lnTo>
                  </a:path>
                </a:pathLst>
              </a:custGeom>
              <a:noFill/>
              <a:ln w="22993" cap="flat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8" name="Oval 467">
                <a:extLst>
                  <a:ext uri="{FF2B5EF4-FFF2-40B4-BE49-F238E27FC236}">
                    <a16:creationId xmlns:a16="http://schemas.microsoft.com/office/drawing/2014/main" id="{07D52E41-0E64-6D79-5087-D25BD3E751AF}"/>
                  </a:ext>
                </a:extLst>
              </p:cNvPr>
              <p:cNvSpPr/>
              <p:nvPr/>
            </p:nvSpPr>
            <p:spPr>
              <a:xfrm>
                <a:off x="6812334" y="3401976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9" name="Oval 468">
                <a:extLst>
                  <a:ext uri="{FF2B5EF4-FFF2-40B4-BE49-F238E27FC236}">
                    <a16:creationId xmlns:a16="http://schemas.microsoft.com/office/drawing/2014/main" id="{14269ECD-BC30-336C-72E6-07A23300CD86}"/>
                  </a:ext>
                </a:extLst>
              </p:cNvPr>
              <p:cNvSpPr/>
              <p:nvPr/>
            </p:nvSpPr>
            <p:spPr>
              <a:xfrm>
                <a:off x="6812334" y="4329375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0" name="Oval 469">
                <a:extLst>
                  <a:ext uri="{FF2B5EF4-FFF2-40B4-BE49-F238E27FC236}">
                    <a16:creationId xmlns:a16="http://schemas.microsoft.com/office/drawing/2014/main" id="{A5667C9B-5A08-760C-44AC-E5D9A81DC154}"/>
                  </a:ext>
                </a:extLst>
              </p:cNvPr>
              <p:cNvSpPr/>
              <p:nvPr/>
            </p:nvSpPr>
            <p:spPr>
              <a:xfrm>
                <a:off x="6954396" y="3285175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" name="Oval 470">
                <a:extLst>
                  <a:ext uri="{FF2B5EF4-FFF2-40B4-BE49-F238E27FC236}">
                    <a16:creationId xmlns:a16="http://schemas.microsoft.com/office/drawing/2014/main" id="{BCAA84D5-5E37-73D5-3E4B-4909A83D33BC}"/>
                  </a:ext>
                </a:extLst>
              </p:cNvPr>
              <p:cNvSpPr/>
              <p:nvPr/>
            </p:nvSpPr>
            <p:spPr>
              <a:xfrm>
                <a:off x="6954396" y="4329375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" name="Oval 471">
                <a:extLst>
                  <a:ext uri="{FF2B5EF4-FFF2-40B4-BE49-F238E27FC236}">
                    <a16:creationId xmlns:a16="http://schemas.microsoft.com/office/drawing/2014/main" id="{B7715848-D123-E325-949E-8B103D0FA6F7}"/>
                  </a:ext>
                </a:extLst>
              </p:cNvPr>
              <p:cNvSpPr/>
              <p:nvPr/>
            </p:nvSpPr>
            <p:spPr>
              <a:xfrm>
                <a:off x="7096350" y="3308492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" name="Oval 472">
                <a:extLst>
                  <a:ext uri="{FF2B5EF4-FFF2-40B4-BE49-F238E27FC236}">
                    <a16:creationId xmlns:a16="http://schemas.microsoft.com/office/drawing/2014/main" id="{32C87301-490F-1911-406B-B39543678302}"/>
                  </a:ext>
                </a:extLst>
              </p:cNvPr>
              <p:cNvSpPr/>
              <p:nvPr/>
            </p:nvSpPr>
            <p:spPr>
              <a:xfrm>
                <a:off x="7096350" y="4327000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" name="Oval 473">
                <a:extLst>
                  <a:ext uri="{FF2B5EF4-FFF2-40B4-BE49-F238E27FC236}">
                    <a16:creationId xmlns:a16="http://schemas.microsoft.com/office/drawing/2014/main" id="{E46E268D-27D2-9E80-CCD3-4B537E3D02E1}"/>
                  </a:ext>
                </a:extLst>
              </p:cNvPr>
              <p:cNvSpPr/>
              <p:nvPr/>
            </p:nvSpPr>
            <p:spPr>
              <a:xfrm>
                <a:off x="7238412" y="3303850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5" name="Oval 474">
                <a:extLst>
                  <a:ext uri="{FF2B5EF4-FFF2-40B4-BE49-F238E27FC236}">
                    <a16:creationId xmlns:a16="http://schemas.microsoft.com/office/drawing/2014/main" id="{A2139E60-CA36-AFA4-7A1A-DEBF41C8257D}"/>
                  </a:ext>
                </a:extLst>
              </p:cNvPr>
              <p:cNvSpPr/>
              <p:nvPr/>
            </p:nvSpPr>
            <p:spPr>
              <a:xfrm>
                <a:off x="7238412" y="4252299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6" name="Oval 475">
                <a:extLst>
                  <a:ext uri="{FF2B5EF4-FFF2-40B4-BE49-F238E27FC236}">
                    <a16:creationId xmlns:a16="http://schemas.microsoft.com/office/drawing/2014/main" id="{C26E396B-3246-113F-E3FE-281E69129414}"/>
                  </a:ext>
                </a:extLst>
              </p:cNvPr>
              <p:cNvSpPr/>
              <p:nvPr/>
            </p:nvSpPr>
            <p:spPr>
              <a:xfrm>
                <a:off x="7380474" y="3331809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7" name="Oval 476">
                <a:extLst>
                  <a:ext uri="{FF2B5EF4-FFF2-40B4-BE49-F238E27FC236}">
                    <a16:creationId xmlns:a16="http://schemas.microsoft.com/office/drawing/2014/main" id="{E985A18F-33C1-5931-CD73-9D0B8B25EBCC}"/>
                  </a:ext>
                </a:extLst>
              </p:cNvPr>
              <p:cNvSpPr/>
              <p:nvPr/>
            </p:nvSpPr>
            <p:spPr>
              <a:xfrm>
                <a:off x="7380474" y="4060687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8" name="Oval 477">
                <a:extLst>
                  <a:ext uri="{FF2B5EF4-FFF2-40B4-BE49-F238E27FC236}">
                    <a16:creationId xmlns:a16="http://schemas.microsoft.com/office/drawing/2014/main" id="{FF362A45-6C7E-20F8-83E8-9821887CA3C0}"/>
                  </a:ext>
                </a:extLst>
              </p:cNvPr>
              <p:cNvSpPr/>
              <p:nvPr/>
            </p:nvSpPr>
            <p:spPr>
              <a:xfrm>
                <a:off x="7522429" y="3315509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9" name="Oval 478">
                <a:extLst>
                  <a:ext uri="{FF2B5EF4-FFF2-40B4-BE49-F238E27FC236}">
                    <a16:creationId xmlns:a16="http://schemas.microsoft.com/office/drawing/2014/main" id="{446D3685-46C8-9C1F-5160-04A660586A94}"/>
                  </a:ext>
                </a:extLst>
              </p:cNvPr>
              <p:cNvSpPr/>
              <p:nvPr/>
            </p:nvSpPr>
            <p:spPr>
              <a:xfrm>
                <a:off x="7522429" y="3721940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0" name="Oval 479">
                <a:extLst>
                  <a:ext uri="{FF2B5EF4-FFF2-40B4-BE49-F238E27FC236}">
                    <a16:creationId xmlns:a16="http://schemas.microsoft.com/office/drawing/2014/main" id="{C8FA57AB-BF44-7F8A-1323-39EEB35D2F19}"/>
                  </a:ext>
                </a:extLst>
              </p:cNvPr>
              <p:cNvSpPr/>
              <p:nvPr/>
            </p:nvSpPr>
            <p:spPr>
              <a:xfrm>
                <a:off x="7664491" y="3282800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" name="Oval 480">
                <a:extLst>
                  <a:ext uri="{FF2B5EF4-FFF2-40B4-BE49-F238E27FC236}">
                    <a16:creationId xmlns:a16="http://schemas.microsoft.com/office/drawing/2014/main" id="{26080624-C9ED-62DE-E945-40A7975D6999}"/>
                  </a:ext>
                </a:extLst>
              </p:cNvPr>
              <p:cNvSpPr/>
              <p:nvPr/>
            </p:nvSpPr>
            <p:spPr>
              <a:xfrm>
                <a:off x="7664491" y="3574804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" name="Oval 481">
                <a:extLst>
                  <a:ext uri="{FF2B5EF4-FFF2-40B4-BE49-F238E27FC236}">
                    <a16:creationId xmlns:a16="http://schemas.microsoft.com/office/drawing/2014/main" id="{BBA5060B-DAA7-D04F-9D24-E223D90C7265}"/>
                  </a:ext>
                </a:extLst>
              </p:cNvPr>
              <p:cNvSpPr/>
              <p:nvPr/>
            </p:nvSpPr>
            <p:spPr>
              <a:xfrm>
                <a:off x="7806445" y="3322525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" name="Oval 482">
                <a:extLst>
                  <a:ext uri="{FF2B5EF4-FFF2-40B4-BE49-F238E27FC236}">
                    <a16:creationId xmlns:a16="http://schemas.microsoft.com/office/drawing/2014/main" id="{E4757987-2101-2D56-5605-5FA39E7F7C76}"/>
                  </a:ext>
                </a:extLst>
              </p:cNvPr>
              <p:cNvSpPr/>
              <p:nvPr/>
            </p:nvSpPr>
            <p:spPr>
              <a:xfrm>
                <a:off x="7806445" y="3443969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" name="Oval 483">
                <a:extLst>
                  <a:ext uri="{FF2B5EF4-FFF2-40B4-BE49-F238E27FC236}">
                    <a16:creationId xmlns:a16="http://schemas.microsoft.com/office/drawing/2014/main" id="{F1E794E7-7F61-31F4-C073-47EC304854CE}"/>
                  </a:ext>
                </a:extLst>
              </p:cNvPr>
              <p:cNvSpPr/>
              <p:nvPr/>
            </p:nvSpPr>
            <p:spPr>
              <a:xfrm>
                <a:off x="7948507" y="3315509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5" name="Oval 484">
                <a:extLst>
                  <a:ext uri="{FF2B5EF4-FFF2-40B4-BE49-F238E27FC236}">
                    <a16:creationId xmlns:a16="http://schemas.microsoft.com/office/drawing/2014/main" id="{84B9A986-2AF0-87D6-766D-85110C41B47E}"/>
                  </a:ext>
                </a:extLst>
              </p:cNvPr>
              <p:cNvSpPr/>
              <p:nvPr/>
            </p:nvSpPr>
            <p:spPr>
              <a:xfrm>
                <a:off x="7948507" y="3380926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6" name="Oval 485">
                <a:extLst>
                  <a:ext uri="{FF2B5EF4-FFF2-40B4-BE49-F238E27FC236}">
                    <a16:creationId xmlns:a16="http://schemas.microsoft.com/office/drawing/2014/main" id="{CA8C17AC-3A4A-0ED4-E85A-D575DCB4B8EA}"/>
                  </a:ext>
                </a:extLst>
              </p:cNvPr>
              <p:cNvSpPr/>
              <p:nvPr/>
            </p:nvSpPr>
            <p:spPr>
              <a:xfrm>
                <a:off x="8090570" y="3315509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7" name="Oval 486">
                <a:extLst>
                  <a:ext uri="{FF2B5EF4-FFF2-40B4-BE49-F238E27FC236}">
                    <a16:creationId xmlns:a16="http://schemas.microsoft.com/office/drawing/2014/main" id="{DB6C5CF7-81A3-F6DF-81C8-1932CC1E4293}"/>
                  </a:ext>
                </a:extLst>
              </p:cNvPr>
              <p:cNvSpPr/>
              <p:nvPr/>
            </p:nvSpPr>
            <p:spPr>
              <a:xfrm>
                <a:off x="8090570" y="3390210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8" name="Rectangle 487">
                <a:extLst>
                  <a:ext uri="{FF2B5EF4-FFF2-40B4-BE49-F238E27FC236}">
                    <a16:creationId xmlns:a16="http://schemas.microsoft.com/office/drawing/2014/main" id="{97C1FD70-9E67-5A19-24A7-55A15FA13C98}"/>
                  </a:ext>
                </a:extLst>
              </p:cNvPr>
              <p:cNvSpPr/>
              <p:nvPr/>
            </p:nvSpPr>
            <p:spPr>
              <a:xfrm>
                <a:off x="6775307" y="3153152"/>
                <a:ext cx="1406048" cy="1284820"/>
              </a:xfrm>
              <a:prstGeom prst="rect">
                <a:avLst/>
              </a:prstGeom>
              <a:noFill/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0" name="Rectangle 489">
                <a:extLst>
                  <a:ext uri="{FF2B5EF4-FFF2-40B4-BE49-F238E27FC236}">
                    <a16:creationId xmlns:a16="http://schemas.microsoft.com/office/drawing/2014/main" id="{3376D48D-BEE4-95D4-5B4E-88A4F704F0FA}"/>
                  </a:ext>
                </a:extLst>
              </p:cNvPr>
              <p:cNvSpPr/>
              <p:nvPr/>
            </p:nvSpPr>
            <p:spPr>
              <a:xfrm>
                <a:off x="8240512" y="3153152"/>
                <a:ext cx="1406048" cy="1284820"/>
              </a:xfrm>
              <a:prstGeom prst="rect">
                <a:avLst/>
              </a:prstGeom>
              <a:solidFill>
                <a:srgbClr val="FFFFFF"/>
              </a:solidFill>
              <a:ln w="11551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1" name="Freeform 490">
                <a:extLst>
                  <a:ext uri="{FF2B5EF4-FFF2-40B4-BE49-F238E27FC236}">
                    <a16:creationId xmlns:a16="http://schemas.microsoft.com/office/drawing/2014/main" id="{798E745B-960C-6614-E711-E4F675DF314A}"/>
                  </a:ext>
                </a:extLst>
              </p:cNvPr>
              <p:cNvSpPr/>
              <p:nvPr/>
            </p:nvSpPr>
            <p:spPr>
              <a:xfrm>
                <a:off x="8240512" y="4233623"/>
                <a:ext cx="1405940" cy="10795"/>
              </a:xfrm>
              <a:custGeom>
                <a:avLst/>
                <a:gdLst>
                  <a:gd name="csX0" fmla="*/ 0 w 1405940"/>
                  <a:gd name="csY0" fmla="*/ 0 h 10795"/>
                  <a:gd name="csX1" fmla="*/ 1405941 w 140594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0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" name="Freeform 491">
                <a:extLst>
                  <a:ext uri="{FF2B5EF4-FFF2-40B4-BE49-F238E27FC236}">
                    <a16:creationId xmlns:a16="http://schemas.microsoft.com/office/drawing/2014/main" id="{8640B255-3C09-442B-99F9-941C66FB9A72}"/>
                  </a:ext>
                </a:extLst>
              </p:cNvPr>
              <p:cNvSpPr/>
              <p:nvPr/>
            </p:nvSpPr>
            <p:spPr>
              <a:xfrm>
                <a:off x="8240512" y="3941619"/>
                <a:ext cx="1405940" cy="10795"/>
              </a:xfrm>
              <a:custGeom>
                <a:avLst/>
                <a:gdLst>
                  <a:gd name="csX0" fmla="*/ 0 w 1405940"/>
                  <a:gd name="csY0" fmla="*/ 0 h 10795"/>
                  <a:gd name="csX1" fmla="*/ 1405941 w 140594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0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" name="Freeform 492">
                <a:extLst>
                  <a:ext uri="{FF2B5EF4-FFF2-40B4-BE49-F238E27FC236}">
                    <a16:creationId xmlns:a16="http://schemas.microsoft.com/office/drawing/2014/main" id="{BF09B988-CC83-D1BA-F46D-D682B6B402E9}"/>
                  </a:ext>
                </a:extLst>
              </p:cNvPr>
              <p:cNvSpPr/>
              <p:nvPr/>
            </p:nvSpPr>
            <p:spPr>
              <a:xfrm>
                <a:off x="8240512" y="3649614"/>
                <a:ext cx="1405940" cy="10795"/>
              </a:xfrm>
              <a:custGeom>
                <a:avLst/>
                <a:gdLst>
                  <a:gd name="csX0" fmla="*/ 0 w 1405940"/>
                  <a:gd name="csY0" fmla="*/ 0 h 10795"/>
                  <a:gd name="csX1" fmla="*/ 1405941 w 140594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0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" name="Freeform 493">
                <a:extLst>
                  <a:ext uri="{FF2B5EF4-FFF2-40B4-BE49-F238E27FC236}">
                    <a16:creationId xmlns:a16="http://schemas.microsoft.com/office/drawing/2014/main" id="{94F783CC-44E7-32C5-F0F2-9A47B21A80FD}"/>
                  </a:ext>
                </a:extLst>
              </p:cNvPr>
              <p:cNvSpPr/>
              <p:nvPr/>
            </p:nvSpPr>
            <p:spPr>
              <a:xfrm>
                <a:off x="8240512" y="3357609"/>
                <a:ext cx="1405940" cy="10795"/>
              </a:xfrm>
              <a:custGeom>
                <a:avLst/>
                <a:gdLst>
                  <a:gd name="csX0" fmla="*/ 0 w 1405940"/>
                  <a:gd name="csY0" fmla="*/ 0 h 10795"/>
                  <a:gd name="csX1" fmla="*/ 1405941 w 140594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0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5" name="Freeform 494">
                <a:extLst>
                  <a:ext uri="{FF2B5EF4-FFF2-40B4-BE49-F238E27FC236}">
                    <a16:creationId xmlns:a16="http://schemas.microsoft.com/office/drawing/2014/main" id="{CC411068-0427-A94C-2AED-43BD87019BA1}"/>
                  </a:ext>
                </a:extLst>
              </p:cNvPr>
              <p:cNvSpPr/>
              <p:nvPr/>
            </p:nvSpPr>
            <p:spPr>
              <a:xfrm>
                <a:off x="8304419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6" name="Freeform 495">
                <a:extLst>
                  <a:ext uri="{FF2B5EF4-FFF2-40B4-BE49-F238E27FC236}">
                    <a16:creationId xmlns:a16="http://schemas.microsoft.com/office/drawing/2014/main" id="{94A42E75-A378-A088-B04C-71E2C6464375}"/>
                  </a:ext>
                </a:extLst>
              </p:cNvPr>
              <p:cNvSpPr/>
              <p:nvPr/>
            </p:nvSpPr>
            <p:spPr>
              <a:xfrm>
                <a:off x="8588435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" name="Freeform 496">
                <a:extLst>
                  <a:ext uri="{FF2B5EF4-FFF2-40B4-BE49-F238E27FC236}">
                    <a16:creationId xmlns:a16="http://schemas.microsoft.com/office/drawing/2014/main" id="{DA60A13A-4A4A-1347-E6AF-5B6271E436FF}"/>
                  </a:ext>
                </a:extLst>
              </p:cNvPr>
              <p:cNvSpPr/>
              <p:nvPr/>
            </p:nvSpPr>
            <p:spPr>
              <a:xfrm>
                <a:off x="8872451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8" name="Freeform 497">
                <a:extLst>
                  <a:ext uri="{FF2B5EF4-FFF2-40B4-BE49-F238E27FC236}">
                    <a16:creationId xmlns:a16="http://schemas.microsoft.com/office/drawing/2014/main" id="{834C977C-6EC3-6072-28FA-22B329E778D8}"/>
                  </a:ext>
                </a:extLst>
              </p:cNvPr>
              <p:cNvSpPr/>
              <p:nvPr/>
            </p:nvSpPr>
            <p:spPr>
              <a:xfrm>
                <a:off x="9156468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9" name="Freeform 498">
                <a:extLst>
                  <a:ext uri="{FF2B5EF4-FFF2-40B4-BE49-F238E27FC236}">
                    <a16:creationId xmlns:a16="http://schemas.microsoft.com/office/drawing/2014/main" id="{6C28D803-237B-928C-B685-827E690C1CA6}"/>
                  </a:ext>
                </a:extLst>
              </p:cNvPr>
              <p:cNvSpPr/>
              <p:nvPr/>
            </p:nvSpPr>
            <p:spPr>
              <a:xfrm>
                <a:off x="9440484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57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0" name="Freeform 499">
                <a:extLst>
                  <a:ext uri="{FF2B5EF4-FFF2-40B4-BE49-F238E27FC236}">
                    <a16:creationId xmlns:a16="http://schemas.microsoft.com/office/drawing/2014/main" id="{3D1F75EB-226C-9E27-E7E2-E1F1609230AB}"/>
                  </a:ext>
                </a:extLst>
              </p:cNvPr>
              <p:cNvSpPr/>
              <p:nvPr/>
            </p:nvSpPr>
            <p:spPr>
              <a:xfrm>
                <a:off x="8240512" y="4379572"/>
                <a:ext cx="1405940" cy="10795"/>
              </a:xfrm>
              <a:custGeom>
                <a:avLst/>
                <a:gdLst>
                  <a:gd name="csX0" fmla="*/ 0 w 1405940"/>
                  <a:gd name="csY0" fmla="*/ 0 h 10795"/>
                  <a:gd name="csX1" fmla="*/ 1405941 w 140594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0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1" name="Freeform 500">
                <a:extLst>
                  <a:ext uri="{FF2B5EF4-FFF2-40B4-BE49-F238E27FC236}">
                    <a16:creationId xmlns:a16="http://schemas.microsoft.com/office/drawing/2014/main" id="{84D4A5BE-617E-27FE-D56F-7DFBFD2FB98B}"/>
                  </a:ext>
                </a:extLst>
              </p:cNvPr>
              <p:cNvSpPr/>
              <p:nvPr/>
            </p:nvSpPr>
            <p:spPr>
              <a:xfrm>
                <a:off x="8240512" y="4087567"/>
                <a:ext cx="1405940" cy="10795"/>
              </a:xfrm>
              <a:custGeom>
                <a:avLst/>
                <a:gdLst>
                  <a:gd name="csX0" fmla="*/ 0 w 1405940"/>
                  <a:gd name="csY0" fmla="*/ 0 h 10795"/>
                  <a:gd name="csX1" fmla="*/ 1405941 w 140594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0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" name="Freeform 501">
                <a:extLst>
                  <a:ext uri="{FF2B5EF4-FFF2-40B4-BE49-F238E27FC236}">
                    <a16:creationId xmlns:a16="http://schemas.microsoft.com/office/drawing/2014/main" id="{43D58B4F-34B7-0DA4-2863-74EC51CB4EDC}"/>
                  </a:ext>
                </a:extLst>
              </p:cNvPr>
              <p:cNvSpPr/>
              <p:nvPr/>
            </p:nvSpPr>
            <p:spPr>
              <a:xfrm>
                <a:off x="8240512" y="3795562"/>
                <a:ext cx="1405940" cy="10795"/>
              </a:xfrm>
              <a:custGeom>
                <a:avLst/>
                <a:gdLst>
                  <a:gd name="csX0" fmla="*/ 0 w 1405940"/>
                  <a:gd name="csY0" fmla="*/ 0 h 10795"/>
                  <a:gd name="csX1" fmla="*/ 1405941 w 140594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0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" name="Freeform 502">
                <a:extLst>
                  <a:ext uri="{FF2B5EF4-FFF2-40B4-BE49-F238E27FC236}">
                    <a16:creationId xmlns:a16="http://schemas.microsoft.com/office/drawing/2014/main" id="{01EAD883-E77A-EEF8-90ED-A94EC9AD7046}"/>
                  </a:ext>
                </a:extLst>
              </p:cNvPr>
              <p:cNvSpPr/>
              <p:nvPr/>
            </p:nvSpPr>
            <p:spPr>
              <a:xfrm>
                <a:off x="8240512" y="3503557"/>
                <a:ext cx="1405940" cy="10795"/>
              </a:xfrm>
              <a:custGeom>
                <a:avLst/>
                <a:gdLst>
                  <a:gd name="csX0" fmla="*/ 0 w 1405940"/>
                  <a:gd name="csY0" fmla="*/ 0 h 10795"/>
                  <a:gd name="csX1" fmla="*/ 1405941 w 140594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0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4" name="Freeform 503">
                <a:extLst>
                  <a:ext uri="{FF2B5EF4-FFF2-40B4-BE49-F238E27FC236}">
                    <a16:creationId xmlns:a16="http://schemas.microsoft.com/office/drawing/2014/main" id="{7C300699-1564-FF58-3ED4-244903EAECBB}"/>
                  </a:ext>
                </a:extLst>
              </p:cNvPr>
              <p:cNvSpPr/>
              <p:nvPr/>
            </p:nvSpPr>
            <p:spPr>
              <a:xfrm>
                <a:off x="8240512" y="3211553"/>
                <a:ext cx="1405940" cy="10795"/>
              </a:xfrm>
              <a:custGeom>
                <a:avLst/>
                <a:gdLst>
                  <a:gd name="csX0" fmla="*/ 0 w 1405940"/>
                  <a:gd name="csY0" fmla="*/ 0 h 10795"/>
                  <a:gd name="csX1" fmla="*/ 1405941 w 1405940"/>
                  <a:gd name="csY1" fmla="*/ 0 h 10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05940" h="10795">
                    <a:moveTo>
                      <a:pt x="0" y="0"/>
                    </a:moveTo>
                    <a:lnTo>
                      <a:pt x="1405941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5" name="Freeform 504">
                <a:extLst>
                  <a:ext uri="{FF2B5EF4-FFF2-40B4-BE49-F238E27FC236}">
                    <a16:creationId xmlns:a16="http://schemas.microsoft.com/office/drawing/2014/main" id="{B9611236-FED1-F36A-DDEC-40FEDBC7F8C5}"/>
                  </a:ext>
                </a:extLst>
              </p:cNvPr>
              <p:cNvSpPr/>
              <p:nvPr/>
            </p:nvSpPr>
            <p:spPr>
              <a:xfrm>
                <a:off x="8446372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6" name="Freeform 505">
                <a:extLst>
                  <a:ext uri="{FF2B5EF4-FFF2-40B4-BE49-F238E27FC236}">
                    <a16:creationId xmlns:a16="http://schemas.microsoft.com/office/drawing/2014/main" id="{F4164C2C-CAB0-1C88-7844-6BFFCF80165F}"/>
                  </a:ext>
                </a:extLst>
              </p:cNvPr>
              <p:cNvSpPr/>
              <p:nvPr/>
            </p:nvSpPr>
            <p:spPr>
              <a:xfrm>
                <a:off x="8730389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7" name="Freeform 506">
                <a:extLst>
                  <a:ext uri="{FF2B5EF4-FFF2-40B4-BE49-F238E27FC236}">
                    <a16:creationId xmlns:a16="http://schemas.microsoft.com/office/drawing/2014/main" id="{4EAC3DC8-5387-8B8F-F64E-9970EDE659D7}"/>
                  </a:ext>
                </a:extLst>
              </p:cNvPr>
              <p:cNvSpPr/>
              <p:nvPr/>
            </p:nvSpPr>
            <p:spPr>
              <a:xfrm>
                <a:off x="9014513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8" name="Freeform 507">
                <a:extLst>
                  <a:ext uri="{FF2B5EF4-FFF2-40B4-BE49-F238E27FC236}">
                    <a16:creationId xmlns:a16="http://schemas.microsoft.com/office/drawing/2014/main" id="{14878C4F-B114-3664-834D-A3D49A596DAB}"/>
                  </a:ext>
                </a:extLst>
              </p:cNvPr>
              <p:cNvSpPr/>
              <p:nvPr/>
            </p:nvSpPr>
            <p:spPr>
              <a:xfrm>
                <a:off x="9298530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9" name="Freeform 508">
                <a:extLst>
                  <a:ext uri="{FF2B5EF4-FFF2-40B4-BE49-F238E27FC236}">
                    <a16:creationId xmlns:a16="http://schemas.microsoft.com/office/drawing/2014/main" id="{A4E3A630-1452-7D72-7BDD-EDB3289C376B}"/>
                  </a:ext>
                </a:extLst>
              </p:cNvPr>
              <p:cNvSpPr/>
              <p:nvPr/>
            </p:nvSpPr>
            <p:spPr>
              <a:xfrm>
                <a:off x="9582546" y="3153152"/>
                <a:ext cx="10795" cy="1284820"/>
              </a:xfrm>
              <a:custGeom>
                <a:avLst/>
                <a:gdLst>
                  <a:gd name="csX0" fmla="*/ 0 w 10795"/>
                  <a:gd name="csY0" fmla="*/ 1284821 h 1284820"/>
                  <a:gd name="csX1" fmla="*/ 0 w 10795"/>
                  <a:gd name="csY1" fmla="*/ 0 h 1284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5" h="1284820">
                    <a:moveTo>
                      <a:pt x="0" y="1284821"/>
                    </a:moveTo>
                    <a:lnTo>
                      <a:pt x="0" y="0"/>
                    </a:lnTo>
                  </a:path>
                </a:pathLst>
              </a:custGeom>
              <a:noFill/>
              <a:ln w="11551" cap="flat">
                <a:solidFill>
                  <a:srgbClr val="EBEBE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0" name="Freeform 509">
                <a:extLst>
                  <a:ext uri="{FF2B5EF4-FFF2-40B4-BE49-F238E27FC236}">
                    <a16:creationId xmlns:a16="http://schemas.microsoft.com/office/drawing/2014/main" id="{B26D4BD9-726B-1605-A71F-F84A16561E45}"/>
                  </a:ext>
                </a:extLst>
              </p:cNvPr>
              <p:cNvSpPr/>
              <p:nvPr/>
            </p:nvSpPr>
            <p:spPr>
              <a:xfrm>
                <a:off x="8304419" y="3358688"/>
                <a:ext cx="1278127" cy="997565"/>
              </a:xfrm>
              <a:custGeom>
                <a:avLst/>
                <a:gdLst>
                  <a:gd name="csX0" fmla="*/ 0 w 1278127"/>
                  <a:gd name="csY0" fmla="*/ 997566 h 997565"/>
                  <a:gd name="csX1" fmla="*/ 141954 w 1278127"/>
                  <a:gd name="csY1" fmla="*/ 997566 h 997565"/>
                  <a:gd name="csX2" fmla="*/ 284016 w 1278127"/>
                  <a:gd name="csY2" fmla="*/ 997566 h 997565"/>
                  <a:gd name="csX3" fmla="*/ 425970 w 1278127"/>
                  <a:gd name="csY3" fmla="*/ 925132 h 997565"/>
                  <a:gd name="csX4" fmla="*/ 568033 w 1278127"/>
                  <a:gd name="csY4" fmla="*/ 570084 h 997565"/>
                  <a:gd name="csX5" fmla="*/ 710095 w 1278127"/>
                  <a:gd name="csY5" fmla="*/ 219678 h 997565"/>
                  <a:gd name="csX6" fmla="*/ 852049 w 1278127"/>
                  <a:gd name="csY6" fmla="*/ 49117 h 997565"/>
                  <a:gd name="csX7" fmla="*/ 994111 w 1278127"/>
                  <a:gd name="csY7" fmla="*/ 56134 h 997565"/>
                  <a:gd name="csX8" fmla="*/ 1136066 w 1278127"/>
                  <a:gd name="csY8" fmla="*/ 0 h 997565"/>
                  <a:gd name="csX9" fmla="*/ 1278128 w 1278127"/>
                  <a:gd name="csY9" fmla="*/ 7017 h 9975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78127" h="997565">
                    <a:moveTo>
                      <a:pt x="0" y="997566"/>
                    </a:moveTo>
                    <a:lnTo>
                      <a:pt x="141954" y="997566"/>
                    </a:lnTo>
                    <a:lnTo>
                      <a:pt x="284016" y="997566"/>
                    </a:lnTo>
                    <a:lnTo>
                      <a:pt x="425970" y="925132"/>
                    </a:lnTo>
                    <a:lnTo>
                      <a:pt x="568033" y="570084"/>
                    </a:lnTo>
                    <a:lnTo>
                      <a:pt x="710095" y="219678"/>
                    </a:lnTo>
                    <a:lnTo>
                      <a:pt x="852049" y="49117"/>
                    </a:lnTo>
                    <a:lnTo>
                      <a:pt x="994111" y="56134"/>
                    </a:lnTo>
                    <a:lnTo>
                      <a:pt x="1136066" y="0"/>
                    </a:lnTo>
                    <a:lnTo>
                      <a:pt x="1278128" y="7017"/>
                    </a:lnTo>
                  </a:path>
                </a:pathLst>
              </a:custGeom>
              <a:noFill/>
              <a:ln w="22993" cap="flat">
                <a:solidFill>
                  <a:srgbClr val="FF0000"/>
                </a:solidFill>
                <a:custDash>
                  <a:ds d="853500" sp="8535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1" name="Freeform 510">
                <a:extLst>
                  <a:ext uri="{FF2B5EF4-FFF2-40B4-BE49-F238E27FC236}">
                    <a16:creationId xmlns:a16="http://schemas.microsoft.com/office/drawing/2014/main" id="{25AD399A-C70B-A1C9-8A9F-C30C6D7A5ACF}"/>
                  </a:ext>
                </a:extLst>
              </p:cNvPr>
              <p:cNvSpPr/>
              <p:nvPr/>
            </p:nvSpPr>
            <p:spPr>
              <a:xfrm>
                <a:off x="8304419" y="3286362"/>
                <a:ext cx="1278127" cy="67684"/>
              </a:xfrm>
              <a:custGeom>
                <a:avLst/>
                <a:gdLst>
                  <a:gd name="csX0" fmla="*/ 0 w 1278127"/>
                  <a:gd name="csY0" fmla="*/ 67685 h 67684"/>
                  <a:gd name="csX1" fmla="*/ 141954 w 1278127"/>
                  <a:gd name="csY1" fmla="*/ 4642 h 67684"/>
                  <a:gd name="csX2" fmla="*/ 284016 w 1278127"/>
                  <a:gd name="csY2" fmla="*/ 7017 h 67684"/>
                  <a:gd name="csX3" fmla="*/ 425970 w 1278127"/>
                  <a:gd name="csY3" fmla="*/ 16300 h 67684"/>
                  <a:gd name="csX4" fmla="*/ 568033 w 1278127"/>
                  <a:gd name="csY4" fmla="*/ 18675 h 67684"/>
                  <a:gd name="csX5" fmla="*/ 710095 w 1278127"/>
                  <a:gd name="csY5" fmla="*/ 0 h 67684"/>
                  <a:gd name="csX6" fmla="*/ 852049 w 1278127"/>
                  <a:gd name="csY6" fmla="*/ 9284 h 67684"/>
                  <a:gd name="csX7" fmla="*/ 994111 w 1278127"/>
                  <a:gd name="csY7" fmla="*/ 16300 h 67684"/>
                  <a:gd name="csX8" fmla="*/ 1136066 w 1278127"/>
                  <a:gd name="csY8" fmla="*/ 13926 h 67684"/>
                  <a:gd name="csX9" fmla="*/ 1278128 w 1278127"/>
                  <a:gd name="csY9" fmla="*/ 4642 h 676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78127" h="67684">
                    <a:moveTo>
                      <a:pt x="0" y="67685"/>
                    </a:moveTo>
                    <a:lnTo>
                      <a:pt x="141954" y="4642"/>
                    </a:lnTo>
                    <a:lnTo>
                      <a:pt x="284016" y="7017"/>
                    </a:lnTo>
                    <a:lnTo>
                      <a:pt x="425970" y="16300"/>
                    </a:lnTo>
                    <a:lnTo>
                      <a:pt x="568033" y="18675"/>
                    </a:lnTo>
                    <a:lnTo>
                      <a:pt x="710095" y="0"/>
                    </a:lnTo>
                    <a:lnTo>
                      <a:pt x="852049" y="9284"/>
                    </a:lnTo>
                    <a:lnTo>
                      <a:pt x="994111" y="16300"/>
                    </a:lnTo>
                    <a:lnTo>
                      <a:pt x="1136066" y="13926"/>
                    </a:lnTo>
                    <a:lnTo>
                      <a:pt x="1278128" y="4642"/>
                    </a:lnTo>
                  </a:path>
                </a:pathLst>
              </a:custGeom>
              <a:noFill/>
              <a:ln w="22993" cap="flat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" name="Oval 511">
                <a:extLst>
                  <a:ext uri="{FF2B5EF4-FFF2-40B4-BE49-F238E27FC236}">
                    <a16:creationId xmlns:a16="http://schemas.microsoft.com/office/drawing/2014/main" id="{9E933589-657F-3229-82F6-E915D86F7624}"/>
                  </a:ext>
                </a:extLst>
              </p:cNvPr>
              <p:cNvSpPr/>
              <p:nvPr/>
            </p:nvSpPr>
            <p:spPr>
              <a:xfrm>
                <a:off x="8277539" y="3327167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" name="Oval 512">
                <a:extLst>
                  <a:ext uri="{FF2B5EF4-FFF2-40B4-BE49-F238E27FC236}">
                    <a16:creationId xmlns:a16="http://schemas.microsoft.com/office/drawing/2014/main" id="{9CE683FE-15B9-F6D8-43B3-406F6F8E468B}"/>
                  </a:ext>
                </a:extLst>
              </p:cNvPr>
              <p:cNvSpPr/>
              <p:nvPr/>
            </p:nvSpPr>
            <p:spPr>
              <a:xfrm>
                <a:off x="8277539" y="4329375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" name="Oval 513">
                <a:extLst>
                  <a:ext uri="{FF2B5EF4-FFF2-40B4-BE49-F238E27FC236}">
                    <a16:creationId xmlns:a16="http://schemas.microsoft.com/office/drawing/2014/main" id="{6971F0ED-179D-F18E-5BD8-445CC9830A95}"/>
                  </a:ext>
                </a:extLst>
              </p:cNvPr>
              <p:cNvSpPr/>
              <p:nvPr/>
            </p:nvSpPr>
            <p:spPr>
              <a:xfrm>
                <a:off x="8419493" y="3264124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" name="Oval 514">
                <a:extLst>
                  <a:ext uri="{FF2B5EF4-FFF2-40B4-BE49-F238E27FC236}">
                    <a16:creationId xmlns:a16="http://schemas.microsoft.com/office/drawing/2014/main" id="{47812E76-04A2-A522-DB30-0D1207939DA1}"/>
                  </a:ext>
                </a:extLst>
              </p:cNvPr>
              <p:cNvSpPr/>
              <p:nvPr/>
            </p:nvSpPr>
            <p:spPr>
              <a:xfrm>
                <a:off x="8419493" y="4329375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" name="Oval 515">
                <a:extLst>
                  <a:ext uri="{FF2B5EF4-FFF2-40B4-BE49-F238E27FC236}">
                    <a16:creationId xmlns:a16="http://schemas.microsoft.com/office/drawing/2014/main" id="{E35A0C3C-2D49-1B5C-1893-7FBFE8416806}"/>
                  </a:ext>
                </a:extLst>
              </p:cNvPr>
              <p:cNvSpPr/>
              <p:nvPr/>
            </p:nvSpPr>
            <p:spPr>
              <a:xfrm>
                <a:off x="8561555" y="3266499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7" name="Oval 516">
                <a:extLst>
                  <a:ext uri="{FF2B5EF4-FFF2-40B4-BE49-F238E27FC236}">
                    <a16:creationId xmlns:a16="http://schemas.microsoft.com/office/drawing/2014/main" id="{D612FA9D-4FCE-EC00-8136-978FB9BCCE92}"/>
                  </a:ext>
                </a:extLst>
              </p:cNvPr>
              <p:cNvSpPr/>
              <p:nvPr/>
            </p:nvSpPr>
            <p:spPr>
              <a:xfrm>
                <a:off x="8561555" y="4329375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8" name="Oval 517">
                <a:extLst>
                  <a:ext uri="{FF2B5EF4-FFF2-40B4-BE49-F238E27FC236}">
                    <a16:creationId xmlns:a16="http://schemas.microsoft.com/office/drawing/2014/main" id="{B6AF27C1-25BD-5345-BFE0-4972E9E0DB14}"/>
                  </a:ext>
                </a:extLst>
              </p:cNvPr>
              <p:cNvSpPr/>
              <p:nvPr/>
            </p:nvSpPr>
            <p:spPr>
              <a:xfrm>
                <a:off x="8703510" y="3275783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9" name="Oval 518">
                <a:extLst>
                  <a:ext uri="{FF2B5EF4-FFF2-40B4-BE49-F238E27FC236}">
                    <a16:creationId xmlns:a16="http://schemas.microsoft.com/office/drawing/2014/main" id="{A8C4B787-AE82-B79B-68D3-B32F74B29902}"/>
                  </a:ext>
                </a:extLst>
              </p:cNvPr>
              <p:cNvSpPr/>
              <p:nvPr/>
            </p:nvSpPr>
            <p:spPr>
              <a:xfrm>
                <a:off x="8703510" y="4256940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0" name="Oval 519">
                <a:extLst>
                  <a:ext uri="{FF2B5EF4-FFF2-40B4-BE49-F238E27FC236}">
                    <a16:creationId xmlns:a16="http://schemas.microsoft.com/office/drawing/2014/main" id="{83DB0B20-F8D8-8413-EBEB-0C35E4EA5421}"/>
                  </a:ext>
                </a:extLst>
              </p:cNvPr>
              <p:cNvSpPr/>
              <p:nvPr/>
            </p:nvSpPr>
            <p:spPr>
              <a:xfrm>
                <a:off x="8845572" y="3278158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1" name="Oval 520">
                <a:extLst>
                  <a:ext uri="{FF2B5EF4-FFF2-40B4-BE49-F238E27FC236}">
                    <a16:creationId xmlns:a16="http://schemas.microsoft.com/office/drawing/2014/main" id="{1085DCCE-0C29-A42A-9067-D0141028A312}"/>
                  </a:ext>
                </a:extLst>
              </p:cNvPr>
              <p:cNvSpPr/>
              <p:nvPr/>
            </p:nvSpPr>
            <p:spPr>
              <a:xfrm>
                <a:off x="8845572" y="3901893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" name="Oval 521">
                <a:extLst>
                  <a:ext uri="{FF2B5EF4-FFF2-40B4-BE49-F238E27FC236}">
                    <a16:creationId xmlns:a16="http://schemas.microsoft.com/office/drawing/2014/main" id="{BB39DFAD-D498-0971-00DA-486839362E7E}"/>
                  </a:ext>
                </a:extLst>
              </p:cNvPr>
              <p:cNvSpPr/>
              <p:nvPr/>
            </p:nvSpPr>
            <p:spPr>
              <a:xfrm>
                <a:off x="8987634" y="3259482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3" name="Oval 522">
                <a:extLst>
                  <a:ext uri="{FF2B5EF4-FFF2-40B4-BE49-F238E27FC236}">
                    <a16:creationId xmlns:a16="http://schemas.microsoft.com/office/drawing/2014/main" id="{25F32D1A-F6C4-6548-D368-7D7F53336532}"/>
                  </a:ext>
                </a:extLst>
              </p:cNvPr>
              <p:cNvSpPr/>
              <p:nvPr/>
            </p:nvSpPr>
            <p:spPr>
              <a:xfrm>
                <a:off x="8987634" y="3551487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4" name="Oval 523">
                <a:extLst>
                  <a:ext uri="{FF2B5EF4-FFF2-40B4-BE49-F238E27FC236}">
                    <a16:creationId xmlns:a16="http://schemas.microsoft.com/office/drawing/2014/main" id="{5E349B25-716B-D84D-A9DB-CC3332702E34}"/>
                  </a:ext>
                </a:extLst>
              </p:cNvPr>
              <p:cNvSpPr/>
              <p:nvPr/>
            </p:nvSpPr>
            <p:spPr>
              <a:xfrm>
                <a:off x="9129588" y="3268766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5" name="Oval 524">
                <a:extLst>
                  <a:ext uri="{FF2B5EF4-FFF2-40B4-BE49-F238E27FC236}">
                    <a16:creationId xmlns:a16="http://schemas.microsoft.com/office/drawing/2014/main" id="{62CBC091-ACE6-31A9-CD6E-3C3772485BCC}"/>
                  </a:ext>
                </a:extLst>
              </p:cNvPr>
              <p:cNvSpPr/>
              <p:nvPr/>
            </p:nvSpPr>
            <p:spPr>
              <a:xfrm>
                <a:off x="9129588" y="3380926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6" name="Oval 525">
                <a:extLst>
                  <a:ext uri="{FF2B5EF4-FFF2-40B4-BE49-F238E27FC236}">
                    <a16:creationId xmlns:a16="http://schemas.microsoft.com/office/drawing/2014/main" id="{B7030FDF-0F8C-412A-B005-354E982E951E}"/>
                  </a:ext>
                </a:extLst>
              </p:cNvPr>
              <p:cNvSpPr/>
              <p:nvPr/>
            </p:nvSpPr>
            <p:spPr>
              <a:xfrm>
                <a:off x="9271651" y="3275783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7" name="Oval 526">
                <a:extLst>
                  <a:ext uri="{FF2B5EF4-FFF2-40B4-BE49-F238E27FC236}">
                    <a16:creationId xmlns:a16="http://schemas.microsoft.com/office/drawing/2014/main" id="{6DEACCE8-10DF-8CB7-71EB-76C1D0C1E988}"/>
                  </a:ext>
                </a:extLst>
              </p:cNvPr>
              <p:cNvSpPr/>
              <p:nvPr/>
            </p:nvSpPr>
            <p:spPr>
              <a:xfrm>
                <a:off x="9271651" y="3387943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8" name="Oval 527">
                <a:extLst>
                  <a:ext uri="{FF2B5EF4-FFF2-40B4-BE49-F238E27FC236}">
                    <a16:creationId xmlns:a16="http://schemas.microsoft.com/office/drawing/2014/main" id="{CE954A58-6810-E545-8068-2CD258A6B5BA}"/>
                  </a:ext>
                </a:extLst>
              </p:cNvPr>
              <p:cNvSpPr/>
              <p:nvPr/>
            </p:nvSpPr>
            <p:spPr>
              <a:xfrm>
                <a:off x="9413605" y="3273408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9" name="Oval 528">
                <a:extLst>
                  <a:ext uri="{FF2B5EF4-FFF2-40B4-BE49-F238E27FC236}">
                    <a16:creationId xmlns:a16="http://schemas.microsoft.com/office/drawing/2014/main" id="{A7D28ED6-8FF0-7D38-CCAC-18A2386390F6}"/>
                  </a:ext>
                </a:extLst>
              </p:cNvPr>
              <p:cNvSpPr/>
              <p:nvPr/>
            </p:nvSpPr>
            <p:spPr>
              <a:xfrm>
                <a:off x="9413605" y="3331809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0" name="Oval 529">
                <a:extLst>
                  <a:ext uri="{FF2B5EF4-FFF2-40B4-BE49-F238E27FC236}">
                    <a16:creationId xmlns:a16="http://schemas.microsoft.com/office/drawing/2014/main" id="{279AD7FB-B2B5-0F3B-129B-D1C4B954B676}"/>
                  </a:ext>
                </a:extLst>
              </p:cNvPr>
              <p:cNvSpPr/>
              <p:nvPr/>
            </p:nvSpPr>
            <p:spPr>
              <a:xfrm>
                <a:off x="9555667" y="3264124"/>
                <a:ext cx="53759" cy="53759"/>
              </a:xfrm>
              <a:prstGeom prst="ellipse">
                <a:avLst/>
              </a:prstGeom>
              <a:solidFill>
                <a:srgbClr val="0000FF"/>
              </a:solidFill>
              <a:ln w="7664" cap="rnd">
                <a:solidFill>
                  <a:srgbClr val="0000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1" name="Oval 530">
                <a:extLst>
                  <a:ext uri="{FF2B5EF4-FFF2-40B4-BE49-F238E27FC236}">
                    <a16:creationId xmlns:a16="http://schemas.microsoft.com/office/drawing/2014/main" id="{9503AEDD-7A26-5305-2A04-DDB37B245F48}"/>
                  </a:ext>
                </a:extLst>
              </p:cNvPr>
              <p:cNvSpPr/>
              <p:nvPr/>
            </p:nvSpPr>
            <p:spPr>
              <a:xfrm>
                <a:off x="9555667" y="3338826"/>
                <a:ext cx="53759" cy="53759"/>
              </a:xfrm>
              <a:prstGeom prst="ellipse">
                <a:avLst/>
              </a:prstGeom>
              <a:solidFill>
                <a:srgbClr val="FF0000"/>
              </a:solidFill>
              <a:ln w="7664" cap="rnd">
                <a:solidFill>
                  <a:srgbClr val="FF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" name="Rectangle 531">
                <a:extLst>
                  <a:ext uri="{FF2B5EF4-FFF2-40B4-BE49-F238E27FC236}">
                    <a16:creationId xmlns:a16="http://schemas.microsoft.com/office/drawing/2014/main" id="{A625DA61-F5F1-2B48-2DDE-EFF0937AD603}"/>
                  </a:ext>
                </a:extLst>
              </p:cNvPr>
              <p:cNvSpPr/>
              <p:nvPr/>
            </p:nvSpPr>
            <p:spPr>
              <a:xfrm>
                <a:off x="8240512" y="3153152"/>
                <a:ext cx="1406048" cy="1284820"/>
              </a:xfrm>
              <a:prstGeom prst="rect">
                <a:avLst/>
              </a:prstGeom>
              <a:noFill/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4" name="Rectangle 533">
                <a:extLst>
                  <a:ext uri="{FF2B5EF4-FFF2-40B4-BE49-F238E27FC236}">
                    <a16:creationId xmlns:a16="http://schemas.microsoft.com/office/drawing/2014/main" id="{75BAB211-EC80-4187-F63A-3827C555CB73}"/>
                  </a:ext>
                </a:extLst>
              </p:cNvPr>
              <p:cNvSpPr/>
              <p:nvPr/>
            </p:nvSpPr>
            <p:spPr>
              <a:xfrm>
                <a:off x="2379907" y="2938547"/>
                <a:ext cx="1406048" cy="214604"/>
              </a:xfrm>
              <a:prstGeom prst="rect">
                <a:avLst/>
              </a:prstGeom>
              <a:solidFill>
                <a:srgbClr val="E5E5E5"/>
              </a:solidFill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5" name="TextBox 534">
                <a:extLst>
                  <a:ext uri="{FF2B5EF4-FFF2-40B4-BE49-F238E27FC236}">
                    <a16:creationId xmlns:a16="http://schemas.microsoft.com/office/drawing/2014/main" id="{2F8CD274-B7AD-F04D-09BA-215CBC066EEA}"/>
                  </a:ext>
                </a:extLst>
              </p:cNvPr>
              <p:cNvSpPr txBox="1"/>
              <p:nvPr/>
            </p:nvSpPr>
            <p:spPr>
              <a:xfrm>
                <a:off x="2548642" y="2929279"/>
                <a:ext cx="1068470" cy="236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1A1A1A"/>
                    </a:solidFill>
                    <a:latin typeface="Arial"/>
                    <a:cs typeface="Arial"/>
                    <a:sym typeface="Arial"/>
                    <a:rtl val="0"/>
                  </a:rPr>
                  <a:t>Task number: 4</a:t>
                </a:r>
              </a:p>
            </p:txBody>
          </p:sp>
          <p:sp>
            <p:nvSpPr>
              <p:cNvPr id="537" name="Rectangle 536">
                <a:extLst>
                  <a:ext uri="{FF2B5EF4-FFF2-40B4-BE49-F238E27FC236}">
                    <a16:creationId xmlns:a16="http://schemas.microsoft.com/office/drawing/2014/main" id="{4EC1FF45-91A8-7715-07F6-6B619BBE71EE}"/>
                  </a:ext>
                </a:extLst>
              </p:cNvPr>
              <p:cNvSpPr/>
              <p:nvPr/>
            </p:nvSpPr>
            <p:spPr>
              <a:xfrm>
                <a:off x="3845004" y="2938547"/>
                <a:ext cx="1406048" cy="214604"/>
              </a:xfrm>
              <a:prstGeom prst="rect">
                <a:avLst/>
              </a:prstGeom>
              <a:solidFill>
                <a:srgbClr val="E5E5E5"/>
              </a:solidFill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8" name="TextBox 537">
                <a:extLst>
                  <a:ext uri="{FF2B5EF4-FFF2-40B4-BE49-F238E27FC236}">
                    <a16:creationId xmlns:a16="http://schemas.microsoft.com/office/drawing/2014/main" id="{63081C67-EA85-BC1E-8C63-F7988E3FF002}"/>
                  </a:ext>
                </a:extLst>
              </p:cNvPr>
              <p:cNvSpPr txBox="1"/>
              <p:nvPr/>
            </p:nvSpPr>
            <p:spPr>
              <a:xfrm>
                <a:off x="4013739" y="2929279"/>
                <a:ext cx="1068470" cy="236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1A1A1A"/>
                    </a:solidFill>
                    <a:latin typeface="Arial"/>
                    <a:cs typeface="Arial"/>
                    <a:sym typeface="Arial"/>
                    <a:rtl val="0"/>
                  </a:rPr>
                  <a:t>Task number: 8</a:t>
                </a:r>
              </a:p>
            </p:txBody>
          </p:sp>
          <p:sp>
            <p:nvSpPr>
              <p:cNvPr id="540" name="Rectangle 539">
                <a:extLst>
                  <a:ext uri="{FF2B5EF4-FFF2-40B4-BE49-F238E27FC236}">
                    <a16:creationId xmlns:a16="http://schemas.microsoft.com/office/drawing/2014/main" id="{F3AE98F1-F194-E018-5FDA-FEFAD72CBC00}"/>
                  </a:ext>
                </a:extLst>
              </p:cNvPr>
              <p:cNvSpPr/>
              <p:nvPr/>
            </p:nvSpPr>
            <p:spPr>
              <a:xfrm>
                <a:off x="5310209" y="2938547"/>
                <a:ext cx="1406048" cy="214604"/>
              </a:xfrm>
              <a:prstGeom prst="rect">
                <a:avLst/>
              </a:prstGeom>
              <a:solidFill>
                <a:srgbClr val="E5E5E5"/>
              </a:solidFill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1" name="TextBox 540">
                <a:extLst>
                  <a:ext uri="{FF2B5EF4-FFF2-40B4-BE49-F238E27FC236}">
                    <a16:creationId xmlns:a16="http://schemas.microsoft.com/office/drawing/2014/main" id="{7977DE53-1D03-4062-0A79-075A9E269BF1}"/>
                  </a:ext>
                </a:extLst>
              </p:cNvPr>
              <p:cNvSpPr txBox="1"/>
              <p:nvPr/>
            </p:nvSpPr>
            <p:spPr>
              <a:xfrm>
                <a:off x="5442923" y="2929279"/>
                <a:ext cx="1140514" cy="236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1A1A1A"/>
                    </a:solidFill>
                    <a:latin typeface="Arial"/>
                    <a:cs typeface="Arial"/>
                    <a:sym typeface="Arial"/>
                    <a:rtl val="0"/>
                  </a:rPr>
                  <a:t>Task number: 12</a:t>
                </a:r>
              </a:p>
            </p:txBody>
          </p:sp>
          <p:sp>
            <p:nvSpPr>
              <p:cNvPr id="543" name="Rectangle 542">
                <a:extLst>
                  <a:ext uri="{FF2B5EF4-FFF2-40B4-BE49-F238E27FC236}">
                    <a16:creationId xmlns:a16="http://schemas.microsoft.com/office/drawing/2014/main" id="{6F9AD059-A3E4-C4B1-2994-66B3756CD1DF}"/>
                  </a:ext>
                </a:extLst>
              </p:cNvPr>
              <p:cNvSpPr/>
              <p:nvPr/>
            </p:nvSpPr>
            <p:spPr>
              <a:xfrm>
                <a:off x="6775307" y="2938547"/>
                <a:ext cx="1406048" cy="214604"/>
              </a:xfrm>
              <a:prstGeom prst="rect">
                <a:avLst/>
              </a:prstGeom>
              <a:solidFill>
                <a:srgbClr val="E5E5E5"/>
              </a:solidFill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" name="TextBox 543">
                <a:extLst>
                  <a:ext uri="{FF2B5EF4-FFF2-40B4-BE49-F238E27FC236}">
                    <a16:creationId xmlns:a16="http://schemas.microsoft.com/office/drawing/2014/main" id="{3F77A555-1C13-071C-EE74-421A12DF3417}"/>
                  </a:ext>
                </a:extLst>
              </p:cNvPr>
              <p:cNvSpPr txBox="1"/>
              <p:nvPr/>
            </p:nvSpPr>
            <p:spPr>
              <a:xfrm>
                <a:off x="6908020" y="2929279"/>
                <a:ext cx="1140514" cy="236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1A1A1A"/>
                    </a:solidFill>
                    <a:latin typeface="Arial"/>
                    <a:cs typeface="Arial"/>
                    <a:sym typeface="Arial"/>
                    <a:rtl val="0"/>
                  </a:rPr>
                  <a:t>Task number: 16</a:t>
                </a:r>
              </a:p>
            </p:txBody>
          </p:sp>
          <p:sp>
            <p:nvSpPr>
              <p:cNvPr id="546" name="Rectangle 545">
                <a:extLst>
                  <a:ext uri="{FF2B5EF4-FFF2-40B4-BE49-F238E27FC236}">
                    <a16:creationId xmlns:a16="http://schemas.microsoft.com/office/drawing/2014/main" id="{669CCC97-4D35-6C44-03BC-2500190B40A1}"/>
                  </a:ext>
                </a:extLst>
              </p:cNvPr>
              <p:cNvSpPr/>
              <p:nvPr/>
            </p:nvSpPr>
            <p:spPr>
              <a:xfrm>
                <a:off x="8240512" y="2938547"/>
                <a:ext cx="1406048" cy="214604"/>
              </a:xfrm>
              <a:prstGeom prst="rect">
                <a:avLst/>
              </a:prstGeom>
              <a:solidFill>
                <a:srgbClr val="E5E5E5"/>
              </a:solidFill>
              <a:ln w="11551" cap="rnd">
                <a:solidFill>
                  <a:srgbClr val="333333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7" name="TextBox 546">
                <a:extLst>
                  <a:ext uri="{FF2B5EF4-FFF2-40B4-BE49-F238E27FC236}">
                    <a16:creationId xmlns:a16="http://schemas.microsoft.com/office/drawing/2014/main" id="{19B3AE6D-0B8F-05F5-78BD-742B745D8279}"/>
                  </a:ext>
                </a:extLst>
              </p:cNvPr>
              <p:cNvSpPr txBox="1"/>
              <p:nvPr/>
            </p:nvSpPr>
            <p:spPr>
              <a:xfrm>
                <a:off x="8373225" y="2929279"/>
                <a:ext cx="1140514" cy="236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1A1A1A"/>
                    </a:solidFill>
                    <a:latin typeface="Arial"/>
                    <a:cs typeface="Arial"/>
                    <a:sym typeface="Arial"/>
                    <a:rtl val="0"/>
                  </a:rPr>
                  <a:t>Task number: 20</a:t>
                </a:r>
              </a:p>
            </p:txBody>
          </p:sp>
          <p:sp>
            <p:nvSpPr>
              <p:cNvPr id="554" name="TextBox 553">
                <a:extLst>
                  <a:ext uri="{FF2B5EF4-FFF2-40B4-BE49-F238E27FC236}">
                    <a16:creationId xmlns:a16="http://schemas.microsoft.com/office/drawing/2014/main" id="{80811172-B597-A859-56DF-9AD1629DB47C}"/>
                  </a:ext>
                </a:extLst>
              </p:cNvPr>
              <p:cNvSpPr txBox="1"/>
              <p:nvPr/>
            </p:nvSpPr>
            <p:spPr>
              <a:xfrm>
                <a:off x="2428299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0.1</a:t>
                </a:r>
              </a:p>
            </p:txBody>
          </p:sp>
          <p:sp>
            <p:nvSpPr>
              <p:cNvPr id="555" name="TextBox 554">
                <a:extLst>
                  <a:ext uri="{FF2B5EF4-FFF2-40B4-BE49-F238E27FC236}">
                    <a16:creationId xmlns:a16="http://schemas.microsoft.com/office/drawing/2014/main" id="{6BF7F9FE-36CC-F770-3D7F-DF1B357E17B8}"/>
                  </a:ext>
                </a:extLst>
              </p:cNvPr>
              <p:cNvSpPr txBox="1"/>
              <p:nvPr/>
            </p:nvSpPr>
            <p:spPr>
              <a:xfrm>
                <a:off x="2712423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0.2</a:t>
                </a:r>
              </a:p>
            </p:txBody>
          </p:sp>
          <p:sp>
            <p:nvSpPr>
              <p:cNvPr id="556" name="TextBox 555">
                <a:extLst>
                  <a:ext uri="{FF2B5EF4-FFF2-40B4-BE49-F238E27FC236}">
                    <a16:creationId xmlns:a16="http://schemas.microsoft.com/office/drawing/2014/main" id="{9FFD7A72-3D3A-DABD-ABCD-E563C74C1377}"/>
                  </a:ext>
                </a:extLst>
              </p:cNvPr>
              <p:cNvSpPr txBox="1"/>
              <p:nvPr/>
            </p:nvSpPr>
            <p:spPr>
              <a:xfrm>
                <a:off x="2996439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0.3</a:t>
                </a:r>
              </a:p>
            </p:txBody>
          </p:sp>
          <p:sp>
            <p:nvSpPr>
              <p:cNvPr id="557" name="TextBox 556">
                <a:extLst>
                  <a:ext uri="{FF2B5EF4-FFF2-40B4-BE49-F238E27FC236}">
                    <a16:creationId xmlns:a16="http://schemas.microsoft.com/office/drawing/2014/main" id="{55AC6982-3E77-8AE9-0EC6-D6ED7938CCDE}"/>
                  </a:ext>
                </a:extLst>
              </p:cNvPr>
              <p:cNvSpPr txBox="1"/>
              <p:nvPr/>
            </p:nvSpPr>
            <p:spPr>
              <a:xfrm>
                <a:off x="3280456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0.4</a:t>
                </a:r>
              </a:p>
            </p:txBody>
          </p:sp>
          <p:sp>
            <p:nvSpPr>
              <p:cNvPr id="558" name="TextBox 557">
                <a:extLst>
                  <a:ext uri="{FF2B5EF4-FFF2-40B4-BE49-F238E27FC236}">
                    <a16:creationId xmlns:a16="http://schemas.microsoft.com/office/drawing/2014/main" id="{4CA4BC83-6BFA-A6FC-9671-47F8BA3F2CD5}"/>
                  </a:ext>
                </a:extLst>
              </p:cNvPr>
              <p:cNvSpPr txBox="1"/>
              <p:nvPr/>
            </p:nvSpPr>
            <p:spPr>
              <a:xfrm>
                <a:off x="3564472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0.5</a:t>
                </a:r>
              </a:p>
            </p:txBody>
          </p:sp>
          <p:sp>
            <p:nvSpPr>
              <p:cNvPr id="564" name="TextBox 563">
                <a:extLst>
                  <a:ext uri="{FF2B5EF4-FFF2-40B4-BE49-F238E27FC236}">
                    <a16:creationId xmlns:a16="http://schemas.microsoft.com/office/drawing/2014/main" id="{13E25D29-6E0C-595E-73EA-CB77FA1DFF5A}"/>
                  </a:ext>
                </a:extLst>
              </p:cNvPr>
              <p:cNvSpPr txBox="1"/>
              <p:nvPr/>
            </p:nvSpPr>
            <p:spPr>
              <a:xfrm>
                <a:off x="3893504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0.1</a:t>
                </a:r>
              </a:p>
            </p:txBody>
          </p:sp>
          <p:sp>
            <p:nvSpPr>
              <p:cNvPr id="565" name="TextBox 564">
                <a:extLst>
                  <a:ext uri="{FF2B5EF4-FFF2-40B4-BE49-F238E27FC236}">
                    <a16:creationId xmlns:a16="http://schemas.microsoft.com/office/drawing/2014/main" id="{6BBCCA18-2444-E33B-61D6-3FAE924146EA}"/>
                  </a:ext>
                </a:extLst>
              </p:cNvPr>
              <p:cNvSpPr txBox="1"/>
              <p:nvPr/>
            </p:nvSpPr>
            <p:spPr>
              <a:xfrm>
                <a:off x="4177520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0.2</a:t>
                </a:r>
              </a:p>
            </p:txBody>
          </p:sp>
          <p:sp>
            <p:nvSpPr>
              <p:cNvPr id="566" name="TextBox 565">
                <a:extLst>
                  <a:ext uri="{FF2B5EF4-FFF2-40B4-BE49-F238E27FC236}">
                    <a16:creationId xmlns:a16="http://schemas.microsoft.com/office/drawing/2014/main" id="{45D9623A-CF44-7C88-B4BF-A2833A6E93AF}"/>
                  </a:ext>
                </a:extLst>
              </p:cNvPr>
              <p:cNvSpPr txBox="1"/>
              <p:nvPr/>
            </p:nvSpPr>
            <p:spPr>
              <a:xfrm>
                <a:off x="4461537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0.3</a:t>
                </a:r>
              </a:p>
            </p:txBody>
          </p:sp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831EF781-7E2B-9123-7323-E95274C6B7F9}"/>
                  </a:ext>
                </a:extLst>
              </p:cNvPr>
              <p:cNvSpPr txBox="1"/>
              <p:nvPr/>
            </p:nvSpPr>
            <p:spPr>
              <a:xfrm>
                <a:off x="4745553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0.4</a:t>
                </a:r>
              </a:p>
            </p:txBody>
          </p:sp>
          <p:sp>
            <p:nvSpPr>
              <p:cNvPr id="568" name="TextBox 567">
                <a:extLst>
                  <a:ext uri="{FF2B5EF4-FFF2-40B4-BE49-F238E27FC236}">
                    <a16:creationId xmlns:a16="http://schemas.microsoft.com/office/drawing/2014/main" id="{E6008903-1AF8-FCF6-8E62-59A6CD1555DF}"/>
                  </a:ext>
                </a:extLst>
              </p:cNvPr>
              <p:cNvSpPr txBox="1"/>
              <p:nvPr/>
            </p:nvSpPr>
            <p:spPr>
              <a:xfrm>
                <a:off x="5029677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0.5</a:t>
                </a:r>
              </a:p>
            </p:txBody>
          </p:sp>
          <p:sp>
            <p:nvSpPr>
              <p:cNvPr id="574" name="TextBox 573">
                <a:extLst>
                  <a:ext uri="{FF2B5EF4-FFF2-40B4-BE49-F238E27FC236}">
                    <a16:creationId xmlns:a16="http://schemas.microsoft.com/office/drawing/2014/main" id="{2A110133-10D3-BCF2-774F-1DC0640F519E}"/>
                  </a:ext>
                </a:extLst>
              </p:cNvPr>
              <p:cNvSpPr txBox="1"/>
              <p:nvPr/>
            </p:nvSpPr>
            <p:spPr>
              <a:xfrm>
                <a:off x="5358601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0.1</a:t>
                </a:r>
              </a:p>
            </p:txBody>
          </p:sp>
          <p:sp>
            <p:nvSpPr>
              <p:cNvPr id="575" name="TextBox 574">
                <a:extLst>
                  <a:ext uri="{FF2B5EF4-FFF2-40B4-BE49-F238E27FC236}">
                    <a16:creationId xmlns:a16="http://schemas.microsoft.com/office/drawing/2014/main" id="{7558061E-9F24-F9A5-BB88-26F424480FF1}"/>
                  </a:ext>
                </a:extLst>
              </p:cNvPr>
              <p:cNvSpPr txBox="1"/>
              <p:nvPr/>
            </p:nvSpPr>
            <p:spPr>
              <a:xfrm>
                <a:off x="5642618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0.2</a:t>
                </a:r>
              </a:p>
            </p:txBody>
          </p:sp>
          <p:sp>
            <p:nvSpPr>
              <p:cNvPr id="576" name="TextBox 575">
                <a:extLst>
                  <a:ext uri="{FF2B5EF4-FFF2-40B4-BE49-F238E27FC236}">
                    <a16:creationId xmlns:a16="http://schemas.microsoft.com/office/drawing/2014/main" id="{AA52226F-6860-CAEE-63EE-6DFE57934576}"/>
                  </a:ext>
                </a:extLst>
              </p:cNvPr>
              <p:cNvSpPr txBox="1"/>
              <p:nvPr/>
            </p:nvSpPr>
            <p:spPr>
              <a:xfrm>
                <a:off x="5926742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0.3</a:t>
                </a:r>
              </a:p>
            </p:txBody>
          </p:sp>
          <p:sp>
            <p:nvSpPr>
              <p:cNvPr id="577" name="TextBox 576">
                <a:extLst>
                  <a:ext uri="{FF2B5EF4-FFF2-40B4-BE49-F238E27FC236}">
                    <a16:creationId xmlns:a16="http://schemas.microsoft.com/office/drawing/2014/main" id="{58690DBE-769E-44A6-15CF-3AAD6F19BA1A}"/>
                  </a:ext>
                </a:extLst>
              </p:cNvPr>
              <p:cNvSpPr txBox="1"/>
              <p:nvPr/>
            </p:nvSpPr>
            <p:spPr>
              <a:xfrm>
                <a:off x="6210758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0.4</a:t>
                </a:r>
              </a:p>
            </p:txBody>
          </p:sp>
          <p:sp>
            <p:nvSpPr>
              <p:cNvPr id="578" name="TextBox 577">
                <a:extLst>
                  <a:ext uri="{FF2B5EF4-FFF2-40B4-BE49-F238E27FC236}">
                    <a16:creationId xmlns:a16="http://schemas.microsoft.com/office/drawing/2014/main" id="{D6206358-5B9E-E727-4F60-4A7E0619DAD0}"/>
                  </a:ext>
                </a:extLst>
              </p:cNvPr>
              <p:cNvSpPr txBox="1"/>
              <p:nvPr/>
            </p:nvSpPr>
            <p:spPr>
              <a:xfrm>
                <a:off x="6494775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0.5</a:t>
                </a:r>
              </a:p>
            </p:txBody>
          </p:sp>
          <p:sp>
            <p:nvSpPr>
              <p:cNvPr id="584" name="TextBox 583">
                <a:extLst>
                  <a:ext uri="{FF2B5EF4-FFF2-40B4-BE49-F238E27FC236}">
                    <a16:creationId xmlns:a16="http://schemas.microsoft.com/office/drawing/2014/main" id="{7F6568AE-C6D5-D8E1-44B1-D76EDBD8B849}"/>
                  </a:ext>
                </a:extLst>
              </p:cNvPr>
              <p:cNvSpPr txBox="1"/>
              <p:nvPr/>
            </p:nvSpPr>
            <p:spPr>
              <a:xfrm>
                <a:off x="6823807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0.1</a:t>
                </a:r>
              </a:p>
            </p:txBody>
          </p:sp>
          <p:sp>
            <p:nvSpPr>
              <p:cNvPr id="585" name="TextBox 584">
                <a:extLst>
                  <a:ext uri="{FF2B5EF4-FFF2-40B4-BE49-F238E27FC236}">
                    <a16:creationId xmlns:a16="http://schemas.microsoft.com/office/drawing/2014/main" id="{D9DB2E5A-A425-CA79-CA24-118BA51B1CA2}"/>
                  </a:ext>
                </a:extLst>
              </p:cNvPr>
              <p:cNvSpPr txBox="1"/>
              <p:nvPr/>
            </p:nvSpPr>
            <p:spPr>
              <a:xfrm>
                <a:off x="7107823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0.2</a:t>
                </a:r>
              </a:p>
            </p:txBody>
          </p:sp>
          <p:sp>
            <p:nvSpPr>
              <p:cNvPr id="586" name="TextBox 585">
                <a:extLst>
                  <a:ext uri="{FF2B5EF4-FFF2-40B4-BE49-F238E27FC236}">
                    <a16:creationId xmlns:a16="http://schemas.microsoft.com/office/drawing/2014/main" id="{824DA3A0-ABAA-AE76-DD8D-B8808F119418}"/>
                  </a:ext>
                </a:extLst>
              </p:cNvPr>
              <p:cNvSpPr txBox="1"/>
              <p:nvPr/>
            </p:nvSpPr>
            <p:spPr>
              <a:xfrm>
                <a:off x="7391840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0.3</a:t>
                </a:r>
              </a:p>
            </p:txBody>
          </p:sp>
          <p:sp>
            <p:nvSpPr>
              <p:cNvPr id="587" name="TextBox 586">
                <a:extLst>
                  <a:ext uri="{FF2B5EF4-FFF2-40B4-BE49-F238E27FC236}">
                    <a16:creationId xmlns:a16="http://schemas.microsoft.com/office/drawing/2014/main" id="{5E9BDBF1-57D6-A7EC-0986-6D055B35B1B7}"/>
                  </a:ext>
                </a:extLst>
              </p:cNvPr>
              <p:cNvSpPr txBox="1"/>
              <p:nvPr/>
            </p:nvSpPr>
            <p:spPr>
              <a:xfrm>
                <a:off x="7675856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0.4</a:t>
                </a:r>
              </a:p>
            </p:txBody>
          </p:sp>
          <p:sp>
            <p:nvSpPr>
              <p:cNvPr id="588" name="TextBox 587">
                <a:extLst>
                  <a:ext uri="{FF2B5EF4-FFF2-40B4-BE49-F238E27FC236}">
                    <a16:creationId xmlns:a16="http://schemas.microsoft.com/office/drawing/2014/main" id="{03C0C689-C34A-7B2F-60BF-87A4F49C4A87}"/>
                  </a:ext>
                </a:extLst>
              </p:cNvPr>
              <p:cNvSpPr txBox="1"/>
              <p:nvPr/>
            </p:nvSpPr>
            <p:spPr>
              <a:xfrm>
                <a:off x="7959981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0.5</a:t>
                </a:r>
              </a:p>
            </p:txBody>
          </p:sp>
          <p:sp>
            <p:nvSpPr>
              <p:cNvPr id="594" name="TextBox 593">
                <a:extLst>
                  <a:ext uri="{FF2B5EF4-FFF2-40B4-BE49-F238E27FC236}">
                    <a16:creationId xmlns:a16="http://schemas.microsoft.com/office/drawing/2014/main" id="{E5C8E2C0-4E45-28AF-5B1D-0C2CE47554E0}"/>
                  </a:ext>
                </a:extLst>
              </p:cNvPr>
              <p:cNvSpPr txBox="1"/>
              <p:nvPr/>
            </p:nvSpPr>
            <p:spPr>
              <a:xfrm>
                <a:off x="8288904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0.1</a:t>
                </a:r>
              </a:p>
            </p:txBody>
          </p:sp>
          <p:sp>
            <p:nvSpPr>
              <p:cNvPr id="595" name="TextBox 594">
                <a:extLst>
                  <a:ext uri="{FF2B5EF4-FFF2-40B4-BE49-F238E27FC236}">
                    <a16:creationId xmlns:a16="http://schemas.microsoft.com/office/drawing/2014/main" id="{12CFBBCB-3F6F-2FFE-D529-056627459BA2}"/>
                  </a:ext>
                </a:extLst>
              </p:cNvPr>
              <p:cNvSpPr txBox="1"/>
              <p:nvPr/>
            </p:nvSpPr>
            <p:spPr>
              <a:xfrm>
                <a:off x="8572920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0.2</a:t>
                </a:r>
              </a:p>
            </p:txBody>
          </p:sp>
          <p:sp>
            <p:nvSpPr>
              <p:cNvPr id="596" name="TextBox 595">
                <a:extLst>
                  <a:ext uri="{FF2B5EF4-FFF2-40B4-BE49-F238E27FC236}">
                    <a16:creationId xmlns:a16="http://schemas.microsoft.com/office/drawing/2014/main" id="{5B1C0986-F409-DAF2-DA52-4FD27D1BB48F}"/>
                  </a:ext>
                </a:extLst>
              </p:cNvPr>
              <p:cNvSpPr txBox="1"/>
              <p:nvPr/>
            </p:nvSpPr>
            <p:spPr>
              <a:xfrm>
                <a:off x="8857045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0.3</a:t>
                </a:r>
              </a:p>
            </p:txBody>
          </p:sp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E864AF1F-F4F0-E13E-34AE-75CC46ACF862}"/>
                  </a:ext>
                </a:extLst>
              </p:cNvPr>
              <p:cNvSpPr txBox="1"/>
              <p:nvPr/>
            </p:nvSpPr>
            <p:spPr>
              <a:xfrm>
                <a:off x="9141061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0.4</a:t>
                </a:r>
              </a:p>
            </p:txBody>
          </p:sp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2956249E-830D-F09E-6DBD-B213DB6A1E3D}"/>
                  </a:ext>
                </a:extLst>
              </p:cNvPr>
              <p:cNvSpPr txBox="1"/>
              <p:nvPr/>
            </p:nvSpPr>
            <p:spPr>
              <a:xfrm>
                <a:off x="9425078" y="4435167"/>
                <a:ext cx="3289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0.5</a:t>
                </a:r>
              </a:p>
            </p:txBody>
          </p:sp>
          <p:sp>
            <p:nvSpPr>
              <p:cNvPr id="599" name="TextBox 598">
                <a:extLst>
                  <a:ext uri="{FF2B5EF4-FFF2-40B4-BE49-F238E27FC236}">
                    <a16:creationId xmlns:a16="http://schemas.microsoft.com/office/drawing/2014/main" id="{102B8F13-31A1-A002-6C45-A84CD6E45F65}"/>
                  </a:ext>
                </a:extLst>
              </p:cNvPr>
              <p:cNvSpPr txBox="1"/>
              <p:nvPr/>
            </p:nvSpPr>
            <p:spPr>
              <a:xfrm>
                <a:off x="2034990" y="4281859"/>
                <a:ext cx="38664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0.00</a:t>
                </a:r>
              </a:p>
            </p:txBody>
          </p:sp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EE0B3458-F5DA-7107-121C-8F768B7962A3}"/>
                  </a:ext>
                </a:extLst>
              </p:cNvPr>
              <p:cNvSpPr txBox="1"/>
              <p:nvPr/>
            </p:nvSpPr>
            <p:spPr>
              <a:xfrm>
                <a:off x="2034990" y="3989854"/>
                <a:ext cx="38664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0.25</a:t>
                </a:r>
              </a:p>
            </p:txBody>
          </p:sp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F23299CF-F9D8-9F07-7FC2-C018FBCDAC5F}"/>
                  </a:ext>
                </a:extLst>
              </p:cNvPr>
              <p:cNvSpPr txBox="1"/>
              <p:nvPr/>
            </p:nvSpPr>
            <p:spPr>
              <a:xfrm>
                <a:off x="2034990" y="3697849"/>
                <a:ext cx="38664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0.50</a:t>
                </a:r>
              </a:p>
            </p:txBody>
          </p:sp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3608674B-6CDE-47D0-A336-65EEE7D40B1B}"/>
                  </a:ext>
                </a:extLst>
              </p:cNvPr>
              <p:cNvSpPr txBox="1"/>
              <p:nvPr/>
            </p:nvSpPr>
            <p:spPr>
              <a:xfrm>
                <a:off x="2034990" y="3405844"/>
                <a:ext cx="38664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0.75</a:t>
                </a:r>
              </a:p>
            </p:txBody>
          </p:sp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7821EE5B-E966-36BD-D4D4-822F4FF83414}"/>
                  </a:ext>
                </a:extLst>
              </p:cNvPr>
              <p:cNvSpPr txBox="1"/>
              <p:nvPr/>
            </p:nvSpPr>
            <p:spPr>
              <a:xfrm>
                <a:off x="2034990" y="3113840"/>
                <a:ext cx="38664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00" b="1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1.00</a:t>
                </a:r>
              </a:p>
            </p:txBody>
          </p:sp>
          <p:sp>
            <p:nvSpPr>
              <p:cNvPr id="609" name="TextBox 608">
                <a:extLst>
                  <a:ext uri="{FF2B5EF4-FFF2-40B4-BE49-F238E27FC236}">
                    <a16:creationId xmlns:a16="http://schemas.microsoft.com/office/drawing/2014/main" id="{25628E42-44D7-C14C-5DB0-762814C10EC9}"/>
                  </a:ext>
                </a:extLst>
              </p:cNvPr>
              <p:cNvSpPr txBox="1"/>
              <p:nvPr/>
            </p:nvSpPr>
            <p:spPr>
              <a:xfrm>
                <a:off x="5213309" y="4606534"/>
                <a:ext cx="13644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Imbalance Ratio</a:t>
                </a:r>
              </a:p>
            </p:txBody>
          </p:sp>
          <p:sp>
            <p:nvSpPr>
              <p:cNvPr id="610" name="TextBox 609">
                <a:extLst>
                  <a:ext uri="{FF2B5EF4-FFF2-40B4-BE49-F238E27FC236}">
                    <a16:creationId xmlns:a16="http://schemas.microsoft.com/office/drawing/2014/main" id="{80E96CA7-CD58-F554-D80D-32496E3B8A78}"/>
                  </a:ext>
                </a:extLst>
              </p:cNvPr>
              <p:cNvSpPr txBox="1"/>
              <p:nvPr/>
            </p:nvSpPr>
            <p:spPr>
              <a:xfrm rot="16200000">
                <a:off x="1131114" y="3470415"/>
                <a:ext cx="15103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Feature Selection </a:t>
                </a:r>
              </a:p>
              <a:p>
                <a:pPr algn="ctr"/>
                <a:r>
                  <a:rPr lang="en-US" sz="12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Accuracy</a:t>
                </a:r>
              </a:p>
            </p:txBody>
          </p:sp>
        </p:grpSp>
      </p:grpSp>
      <p:sp>
        <p:nvSpPr>
          <p:cNvPr id="621" name="TextBox 620">
            <a:extLst>
              <a:ext uri="{FF2B5EF4-FFF2-40B4-BE49-F238E27FC236}">
                <a16:creationId xmlns:a16="http://schemas.microsoft.com/office/drawing/2014/main" id="{E627EA77-E362-8D98-99A3-38A1E8BB4D81}"/>
              </a:ext>
            </a:extLst>
          </p:cNvPr>
          <p:cNvSpPr txBox="1"/>
          <p:nvPr/>
        </p:nvSpPr>
        <p:spPr>
          <a:xfrm>
            <a:off x="2280436" y="2689605"/>
            <a:ext cx="3561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spc="0" baseline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(b)</a:t>
            </a:r>
            <a:endParaRPr lang="en-US" sz="825" b="1" spc="0" baseline="0" dirty="0">
              <a:ln/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1147553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122</Words>
  <Application>Microsoft Macintosh PowerPoint</Application>
  <PresentationFormat>Widescreen</PresentationFormat>
  <Paragraphs>80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Cao, Han</dc:creator>
  <cp:lastModifiedBy>Cao, Han</cp:lastModifiedBy>
  <cp:revision>12</cp:revision>
  <dcterms:created xsi:type="dcterms:W3CDTF">2025-12-23T18:30:10Z</dcterms:created>
  <dcterms:modified xsi:type="dcterms:W3CDTF">2025-12-23T19:02:42Z</dcterms:modified>
</cp:coreProperties>
</file>